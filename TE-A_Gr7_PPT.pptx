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jpe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2.xml" ContentType="application/vnd.openxmlformats-officedocument.themeOverride+xml"/>
  <Override PartName="/ppt/notesSlides/notesSlide5.xml" ContentType="application/vnd.openxmlformats-officedocument.presentationml.notesSlide+xml"/>
  <Override PartName="/ppt/theme/themeOverride3.xml" ContentType="application/vnd.openxmlformats-officedocument.themeOverride+xml"/>
  <Override PartName="/ppt/notesSlides/notesSlide6.xml" ContentType="application/vnd.openxmlformats-officedocument.presentationml.notesSlide+xml"/>
  <Override PartName="/ppt/theme/themeOverride4.xml" ContentType="application/vnd.openxmlformats-officedocument.themeOverride+xml"/>
  <Override PartName="/ppt/notesSlides/notesSlide7.xml" ContentType="application/vnd.openxmlformats-officedocument.presentationml.notesSlide+xml"/>
  <Override PartName="/ppt/theme/themeOverride5.xml" ContentType="application/vnd.openxmlformats-officedocument.themeOverr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1"/>
  </p:notesMasterIdLst>
  <p:sldIdLst>
    <p:sldId id="256" r:id="rId2"/>
    <p:sldId id="283" r:id="rId3"/>
    <p:sldId id="270" r:id="rId4"/>
    <p:sldId id="284" r:id="rId5"/>
    <p:sldId id="290" r:id="rId6"/>
    <p:sldId id="276" r:id="rId7"/>
    <p:sldId id="285" r:id="rId8"/>
    <p:sldId id="280" r:id="rId9"/>
    <p:sldId id="281" r:id="rId10"/>
    <p:sldId id="278" r:id="rId11"/>
    <p:sldId id="274" r:id="rId12"/>
    <p:sldId id="287" r:id="rId13"/>
    <p:sldId id="288" r:id="rId14"/>
    <p:sldId id="289" r:id="rId15"/>
    <p:sldId id="291" r:id="rId16"/>
    <p:sldId id="275" r:id="rId17"/>
    <p:sldId id="286" r:id="rId18"/>
    <p:sldId id="282" r:id="rId19"/>
    <p:sldId id="260" r:id="rId20"/>
  </p:sldIdLst>
  <p:sldSz cx="10080625" cy="7559675"/>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5pPr>
    <a:lvl6pPr marL="2286000" algn="l" defTabSz="914400" rtl="0" eaLnBrk="1" latinLnBrk="0" hangingPunct="1">
      <a:defRPr kern="1200">
        <a:solidFill>
          <a:schemeClr val="tx1"/>
        </a:solidFill>
        <a:latin typeface="Trebuchet MS" panose="020B0603020202020204" pitchFamily="34" charset="0"/>
        <a:ea typeface="+mn-ea"/>
        <a:cs typeface="+mn-cs"/>
      </a:defRPr>
    </a:lvl6pPr>
    <a:lvl7pPr marL="2743200" algn="l" defTabSz="914400" rtl="0" eaLnBrk="1" latinLnBrk="0" hangingPunct="1">
      <a:defRPr kern="1200">
        <a:solidFill>
          <a:schemeClr val="tx1"/>
        </a:solidFill>
        <a:latin typeface="Trebuchet MS" panose="020B0603020202020204" pitchFamily="34" charset="0"/>
        <a:ea typeface="+mn-ea"/>
        <a:cs typeface="+mn-cs"/>
      </a:defRPr>
    </a:lvl7pPr>
    <a:lvl8pPr marL="3200400" algn="l" defTabSz="914400" rtl="0" eaLnBrk="1" latinLnBrk="0" hangingPunct="1">
      <a:defRPr kern="1200">
        <a:solidFill>
          <a:schemeClr val="tx1"/>
        </a:solidFill>
        <a:latin typeface="Trebuchet MS" panose="020B0603020202020204" pitchFamily="34" charset="0"/>
        <a:ea typeface="+mn-ea"/>
        <a:cs typeface="+mn-cs"/>
      </a:defRPr>
    </a:lvl8pPr>
    <a:lvl9pPr marL="3657600" algn="l" defTabSz="914400" rtl="0" eaLnBrk="1" latinLnBrk="0" hangingPunct="1">
      <a:defRPr kern="1200">
        <a:solidFill>
          <a:schemeClr val="tx1"/>
        </a:solidFill>
        <a:latin typeface="Trebuchet MS" panose="020B0603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6D4088-11B0-48D6-955E-567F23E66A9F}" v="8" dt="2025-10-10T03:36:29.0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6" autoAdjust="0"/>
    <p:restoredTop sz="94631" autoAdjust="0"/>
  </p:normalViewPr>
  <p:slideViewPr>
    <p:cSldViewPr>
      <p:cViewPr varScale="1">
        <p:scale>
          <a:sx n="82" d="100"/>
          <a:sy n="82" d="100"/>
        </p:scale>
        <p:origin x="1234" y="67"/>
      </p:cViewPr>
      <p:guideLst>
        <p:guide orient="horz" pos="2160"/>
        <p:guide pos="2880"/>
      </p:guideLst>
    </p:cSldViewPr>
  </p:slideViewPr>
  <p:outlineViewPr>
    <p:cViewPr varScale="1">
      <p:scale>
        <a:sx n="170" d="200"/>
        <a:sy n="170" d="2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ndarivignesh1@gmail.com" userId="47c70fabba2a7c8f" providerId="LiveId" clId="{2A634226-9ED7-4407-B294-077D19DF6435}"/>
    <pc:docChg chg="addSld modSld">
      <pc:chgData name="gundarivignesh1@gmail.com" userId="47c70fabba2a7c8f" providerId="LiveId" clId="{2A634226-9ED7-4407-B294-077D19DF6435}" dt="2025-10-10T03:42:23.292" v="61" actId="20577"/>
      <pc:docMkLst>
        <pc:docMk/>
      </pc:docMkLst>
      <pc:sldChg chg="addSp modSp mod">
        <pc:chgData name="gundarivignesh1@gmail.com" userId="47c70fabba2a7c8f" providerId="LiveId" clId="{2A634226-9ED7-4407-B294-077D19DF6435}" dt="2025-10-10T03:33:48.475" v="7" actId="1076"/>
        <pc:sldMkLst>
          <pc:docMk/>
          <pc:sldMk cId="534971805" sldId="287"/>
        </pc:sldMkLst>
        <pc:picChg chg="add mod">
          <ac:chgData name="gundarivignesh1@gmail.com" userId="47c70fabba2a7c8f" providerId="LiveId" clId="{2A634226-9ED7-4407-B294-077D19DF6435}" dt="2025-10-10T03:33:48.475" v="7" actId="1076"/>
          <ac:picMkLst>
            <pc:docMk/>
            <pc:sldMk cId="534971805" sldId="287"/>
            <ac:picMk id="3" creationId="{5EBCBB97-D9BC-BD34-4AD0-3865C9D0AE69}"/>
          </ac:picMkLst>
        </pc:picChg>
      </pc:sldChg>
      <pc:sldChg chg="addSp modSp mod">
        <pc:chgData name="gundarivignesh1@gmail.com" userId="47c70fabba2a7c8f" providerId="LiveId" clId="{2A634226-9ED7-4407-B294-077D19DF6435}" dt="2025-10-10T03:34:30.799" v="15" actId="14100"/>
        <pc:sldMkLst>
          <pc:docMk/>
          <pc:sldMk cId="4288733456" sldId="288"/>
        </pc:sldMkLst>
        <pc:picChg chg="add mod">
          <ac:chgData name="gundarivignesh1@gmail.com" userId="47c70fabba2a7c8f" providerId="LiveId" clId="{2A634226-9ED7-4407-B294-077D19DF6435}" dt="2025-10-10T03:34:30.799" v="15" actId="14100"/>
          <ac:picMkLst>
            <pc:docMk/>
            <pc:sldMk cId="4288733456" sldId="288"/>
            <ac:picMk id="3" creationId="{11D1B271-E835-7151-A3BF-D84C11578CAC}"/>
          </ac:picMkLst>
        </pc:picChg>
      </pc:sldChg>
      <pc:sldChg chg="addSp modSp mod">
        <pc:chgData name="gundarivignesh1@gmail.com" userId="47c70fabba2a7c8f" providerId="LiveId" clId="{2A634226-9ED7-4407-B294-077D19DF6435}" dt="2025-10-10T03:34:57.002" v="21" actId="14100"/>
        <pc:sldMkLst>
          <pc:docMk/>
          <pc:sldMk cId="1038365138" sldId="289"/>
        </pc:sldMkLst>
        <pc:picChg chg="add mod">
          <ac:chgData name="gundarivignesh1@gmail.com" userId="47c70fabba2a7c8f" providerId="LiveId" clId="{2A634226-9ED7-4407-B294-077D19DF6435}" dt="2025-10-10T03:34:57.002" v="21" actId="14100"/>
          <ac:picMkLst>
            <pc:docMk/>
            <pc:sldMk cId="1038365138" sldId="289"/>
            <ac:picMk id="3" creationId="{CA8761FC-B00E-FCAE-4AAB-60AD135E9A78}"/>
          </ac:picMkLst>
        </pc:picChg>
      </pc:sldChg>
      <pc:sldChg chg="addSp delSp modSp mod">
        <pc:chgData name="gundarivignesh1@gmail.com" userId="47c70fabba2a7c8f" providerId="LiveId" clId="{2A634226-9ED7-4407-B294-077D19DF6435}" dt="2025-10-10T03:42:23.292" v="61" actId="20577"/>
        <pc:sldMkLst>
          <pc:docMk/>
          <pc:sldMk cId="2210959584" sldId="290"/>
        </pc:sldMkLst>
        <pc:spChg chg="mod">
          <ac:chgData name="gundarivignesh1@gmail.com" userId="47c70fabba2a7c8f" providerId="LiveId" clId="{2A634226-9ED7-4407-B294-077D19DF6435}" dt="2025-10-10T03:36:16.705" v="29"/>
          <ac:spMkLst>
            <pc:docMk/>
            <pc:sldMk cId="2210959584" sldId="290"/>
            <ac:spMk id="2" creationId="{2553269B-AA2E-3E93-01B1-85FA88A7DE04}"/>
          </ac:spMkLst>
        </pc:spChg>
        <pc:spChg chg="del">
          <ac:chgData name="gundarivignesh1@gmail.com" userId="47c70fabba2a7c8f" providerId="LiveId" clId="{2A634226-9ED7-4407-B294-077D19DF6435}" dt="2025-10-10T03:33:12.880" v="1"/>
          <ac:spMkLst>
            <pc:docMk/>
            <pc:sldMk cId="2210959584" sldId="290"/>
            <ac:spMk id="3" creationId="{2B51D064-84B6-BB85-03D6-5A63022BD3C2}"/>
          </ac:spMkLst>
        </pc:spChg>
        <pc:spChg chg="add mod">
          <ac:chgData name="gundarivignesh1@gmail.com" userId="47c70fabba2a7c8f" providerId="LiveId" clId="{2A634226-9ED7-4407-B294-077D19DF6435}" dt="2025-10-10T03:42:23.292" v="61" actId="20577"/>
          <ac:spMkLst>
            <pc:docMk/>
            <pc:sldMk cId="2210959584" sldId="290"/>
            <ac:spMk id="4" creationId="{26ABAF8B-C958-FBB5-AEBE-618C2AD8C281}"/>
          </ac:spMkLst>
        </pc:spChg>
      </pc:sldChg>
      <pc:sldChg chg="addSp modSp new mod">
        <pc:chgData name="gundarivignesh1@gmail.com" userId="47c70fabba2a7c8f" providerId="LiveId" clId="{2A634226-9ED7-4407-B294-077D19DF6435}" dt="2025-10-10T03:35:30.456" v="28" actId="14100"/>
        <pc:sldMkLst>
          <pc:docMk/>
          <pc:sldMk cId="538202559" sldId="291"/>
        </pc:sldMkLst>
        <pc:picChg chg="add mod">
          <ac:chgData name="gundarivignesh1@gmail.com" userId="47c70fabba2a7c8f" providerId="LiveId" clId="{2A634226-9ED7-4407-B294-077D19DF6435}" dt="2025-10-10T03:35:30.456" v="28" actId="14100"/>
          <ac:picMkLst>
            <pc:docMk/>
            <pc:sldMk cId="538202559" sldId="291"/>
            <ac:picMk id="3" creationId="{3CF992A8-E7DD-7658-FD48-B6BF3CEE54D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7966988C-0232-4CBD-2BBA-EA16C0B025D9}"/>
              </a:ext>
            </a:extLst>
          </p:cNvPr>
          <p:cNvSpPr>
            <a:spLocks noGrp="1" noRot="1" noChangeAspect="1" noChangeArrowheads="1"/>
          </p:cNvSpPr>
          <p:nvPr>
            <p:ph type="sldImg" idx="4294967295"/>
          </p:nvPr>
        </p:nvSpPr>
        <p:spPr bwMode="auto">
          <a:xfrm>
            <a:off x="215900" y="812800"/>
            <a:ext cx="7126288" cy="400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 name="Rectangle 2">
            <a:extLst>
              <a:ext uri="{FF2B5EF4-FFF2-40B4-BE49-F238E27FC236}">
                <a16:creationId xmlns:a16="http://schemas.microsoft.com/office/drawing/2014/main" id="{1163850B-1E9A-3907-D6F4-F42315598F9A}"/>
              </a:ext>
            </a:extLst>
          </p:cNvPr>
          <p:cNvSpPr>
            <a:spLocks noGrp="1" noChangeArrowheads="1"/>
          </p:cNvSpPr>
          <p:nvPr>
            <p:ph type="body"/>
          </p:nvPr>
        </p:nvSpPr>
        <p:spPr bwMode="auto">
          <a:xfrm>
            <a:off x="755650" y="5078413"/>
            <a:ext cx="6046788" cy="4810125"/>
          </a:xfrm>
          <a:prstGeom prst="rect">
            <a:avLst/>
          </a:prstGeom>
          <a:noFill/>
          <a:ln>
            <a:noFill/>
          </a:ln>
          <a:effectLst/>
        </p:spPr>
        <p:txBody>
          <a:bodyPr vert="horz" wrap="square" lIns="0" tIns="0" rIns="0" bIns="0" numCol="1" anchor="t" anchorCtr="0" compatLnSpc="1"/>
          <a:lstStyle/>
          <a:p>
            <a:pPr lvl="0"/>
            <a:endParaRPr lang="en-US" altLang="en-US" noProof="0"/>
          </a:p>
        </p:txBody>
      </p:sp>
      <p:sp>
        <p:nvSpPr>
          <p:cNvPr id="3075" name="Rectangle 3">
            <a:extLst>
              <a:ext uri="{FF2B5EF4-FFF2-40B4-BE49-F238E27FC236}">
                <a16:creationId xmlns:a16="http://schemas.microsoft.com/office/drawing/2014/main" id="{D4AB4E41-28C6-37B9-E6B3-EAF524180570}"/>
              </a:ext>
            </a:extLst>
          </p:cNvPr>
          <p:cNvSpPr>
            <a:spLocks noGrp="1" noChangeArrowheads="1"/>
          </p:cNvSpPr>
          <p:nvPr>
            <p:ph type="hdr"/>
          </p:nvPr>
        </p:nvSpPr>
        <p:spPr bwMode="auto">
          <a:xfrm>
            <a:off x="0" y="0"/>
            <a:ext cx="3279775" cy="533400"/>
          </a:xfrm>
          <a:prstGeom prst="rect">
            <a:avLst/>
          </a:prstGeom>
          <a:noFill/>
          <a:ln>
            <a:noFill/>
          </a:ln>
          <a:effectLst/>
        </p:spPr>
        <p:txBody>
          <a:bodyPr vert="horz" wrap="square" lIns="0" tIns="0" rIns="0" bIns="0" numCol="1" anchor="t" anchorCtr="0" compatLnSpc="1"/>
          <a:lstStyle>
            <a:lvl1pPr eaLnBrk="1" fontAlgn="auto"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Lst>
              <a:defRPr sz="1400">
                <a:solidFill>
                  <a:srgbClr val="000000"/>
                </a:solidFill>
                <a:latin typeface="Times New Roman" panose="02020603050405020304" pitchFamily="16" charset="0"/>
                <a:cs typeface="DejaVu Sans" charset="0"/>
              </a:defRPr>
            </a:lvl1pPr>
          </a:lstStyle>
          <a:p>
            <a:pPr>
              <a:defRPr/>
            </a:pPr>
            <a:endParaRPr lang="en-IN" altLang="en-US"/>
          </a:p>
        </p:txBody>
      </p:sp>
      <p:sp>
        <p:nvSpPr>
          <p:cNvPr id="3076" name="Rectangle 4">
            <a:extLst>
              <a:ext uri="{FF2B5EF4-FFF2-40B4-BE49-F238E27FC236}">
                <a16:creationId xmlns:a16="http://schemas.microsoft.com/office/drawing/2014/main" id="{EB5E13F6-A7B2-9A8D-64B1-81FBB7CA2DC6}"/>
              </a:ext>
            </a:extLst>
          </p:cNvPr>
          <p:cNvSpPr>
            <a:spLocks noGrp="1" noChangeArrowheads="1"/>
          </p:cNvSpPr>
          <p:nvPr>
            <p:ph type="dt"/>
          </p:nvPr>
        </p:nvSpPr>
        <p:spPr bwMode="auto">
          <a:xfrm>
            <a:off x="4278313" y="0"/>
            <a:ext cx="3279775" cy="533400"/>
          </a:xfrm>
          <a:prstGeom prst="rect">
            <a:avLst/>
          </a:prstGeom>
          <a:noFill/>
          <a:ln>
            <a:noFill/>
          </a:ln>
          <a:effectLst/>
        </p:spPr>
        <p:txBody>
          <a:bodyPr vert="horz" wrap="square" lIns="0" tIns="0" rIns="0" bIns="0" numCol="1" anchor="t" anchorCtr="0" compatLnSpc="1"/>
          <a:lstStyle>
            <a:lvl1pPr algn="r" eaLnBrk="1" fontAlgn="auto"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Lst>
              <a:defRPr sz="1400">
                <a:solidFill>
                  <a:srgbClr val="000000"/>
                </a:solidFill>
                <a:latin typeface="Times New Roman" panose="02020603050405020304" pitchFamily="16" charset="0"/>
                <a:cs typeface="DejaVu Sans" charset="0"/>
              </a:defRPr>
            </a:lvl1pPr>
          </a:lstStyle>
          <a:p>
            <a:pPr>
              <a:defRPr/>
            </a:pPr>
            <a:endParaRPr lang="en-IN" altLang="en-US"/>
          </a:p>
        </p:txBody>
      </p:sp>
      <p:sp>
        <p:nvSpPr>
          <p:cNvPr id="3077" name="Rectangle 5">
            <a:extLst>
              <a:ext uri="{FF2B5EF4-FFF2-40B4-BE49-F238E27FC236}">
                <a16:creationId xmlns:a16="http://schemas.microsoft.com/office/drawing/2014/main" id="{970D88AE-C982-A5DA-882A-3F5B7872C882}"/>
              </a:ext>
            </a:extLst>
          </p:cNvPr>
          <p:cNvSpPr>
            <a:spLocks noGrp="1" noChangeArrowheads="1"/>
          </p:cNvSpPr>
          <p:nvPr>
            <p:ph type="ftr"/>
          </p:nvPr>
        </p:nvSpPr>
        <p:spPr bwMode="auto">
          <a:xfrm>
            <a:off x="0" y="10156825"/>
            <a:ext cx="3279775" cy="533400"/>
          </a:xfrm>
          <a:prstGeom prst="rect">
            <a:avLst/>
          </a:prstGeom>
          <a:noFill/>
          <a:ln>
            <a:noFill/>
          </a:ln>
          <a:effectLst/>
        </p:spPr>
        <p:txBody>
          <a:bodyPr vert="horz" wrap="square" lIns="0" tIns="0" rIns="0" bIns="0" numCol="1" anchor="b" anchorCtr="0" compatLnSpc="1"/>
          <a:lstStyle>
            <a:lvl1pPr eaLnBrk="1" fontAlgn="auto"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Lst>
              <a:defRPr sz="1400">
                <a:solidFill>
                  <a:srgbClr val="000000"/>
                </a:solidFill>
                <a:latin typeface="Times New Roman" panose="02020603050405020304" pitchFamily="16" charset="0"/>
                <a:cs typeface="DejaVu Sans" charset="0"/>
              </a:defRPr>
            </a:lvl1pPr>
          </a:lstStyle>
          <a:p>
            <a:pPr>
              <a:defRPr/>
            </a:pPr>
            <a:endParaRPr lang="en-IN" altLang="en-US"/>
          </a:p>
        </p:txBody>
      </p:sp>
      <p:sp>
        <p:nvSpPr>
          <p:cNvPr id="3078" name="Rectangle 6">
            <a:extLst>
              <a:ext uri="{FF2B5EF4-FFF2-40B4-BE49-F238E27FC236}">
                <a16:creationId xmlns:a16="http://schemas.microsoft.com/office/drawing/2014/main" id="{DCB2B94B-6F87-337C-623D-7356236E174A}"/>
              </a:ext>
            </a:extLst>
          </p:cNvPr>
          <p:cNvSpPr>
            <a:spLocks noGrp="1" noChangeArrowheads="1"/>
          </p:cNvSpPr>
          <p:nvPr>
            <p:ph type="sldNum"/>
          </p:nvPr>
        </p:nvSpPr>
        <p:spPr bwMode="auto">
          <a:xfrm>
            <a:off x="4278313" y="10156825"/>
            <a:ext cx="3279775" cy="533400"/>
          </a:xfrm>
          <a:prstGeom prst="rect">
            <a:avLst/>
          </a:prstGeom>
          <a:noFill/>
          <a:ln>
            <a:noFill/>
          </a:ln>
          <a:effectLst/>
        </p:spPr>
        <p:txBody>
          <a:bodyPr vert="horz" wrap="square" lIns="0" tIns="0" rIns="0" bIns="0" numCol="1" anchor="b" anchorCtr="0" compatLnSpc="1">
            <a:prstTxWarp prst="textNoShape">
              <a:avLst/>
            </a:prstTxWarp>
          </a:bodyPr>
          <a:lstStyle>
            <a:lvl1pPr algn="r" eaLnBrk="1" hangingPunct="1">
              <a:lnSpc>
                <a:spcPct val="93000"/>
              </a:lnSpc>
              <a:buFont typeface="Times New Roman" panose="02020603050405020304" pitchFamily="18" charset="0"/>
              <a:buNone/>
              <a:tabLst>
                <a:tab pos="449263" algn="l"/>
                <a:tab pos="898525" algn="l"/>
                <a:tab pos="1347788" algn="l"/>
                <a:tab pos="1797050" algn="l"/>
                <a:tab pos="2246313" algn="l"/>
                <a:tab pos="2695575" algn="l"/>
                <a:tab pos="3144838" algn="l"/>
              </a:tabLst>
              <a:defRPr sz="1400" smtClean="0">
                <a:solidFill>
                  <a:srgbClr val="000000"/>
                </a:solidFill>
                <a:latin typeface="Times New Roman" panose="02020603050405020304" pitchFamily="18" charset="0"/>
              </a:defRPr>
            </a:lvl1pPr>
          </a:lstStyle>
          <a:p>
            <a:pPr>
              <a:defRPr/>
            </a:pPr>
            <a:fld id="{91F68183-341F-421B-8807-83052582C1E6}" type="slidenum">
              <a:rPr lang="en-IN" altLang="en-US"/>
              <a:pPr>
                <a:defRPr/>
              </a:pPr>
              <a:t>‹#›</a:t>
            </a:fld>
            <a:endParaRPr lang="en-IN" altLang="en-US">
              <a:ea typeface="DejaVu Sans" charset="0"/>
              <a:cs typeface="DejaVu Sans" charset="0"/>
            </a:endParaRPr>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SzPct val="100000"/>
      <a:buFont typeface="Times New Roman" panose="02020603050405020304" pitchFamily="18" charset="0"/>
      <a:defRPr sz="1200" kern="1200">
        <a:solidFill>
          <a:srgbClr val="000000"/>
        </a:solidFill>
        <a:latin typeface="Times New Roman" panose="02020603050405020304" pitchFamily="16" charset="0"/>
        <a:ea typeface="+mn-ea"/>
        <a:cs typeface="+mn-cs"/>
      </a:defRPr>
    </a:lvl1pPr>
    <a:lvl2pPr marL="742950" indent="-285750" algn="l" defTabSz="449263" rtl="0" eaLnBrk="0" fontAlgn="base" hangingPunct="0">
      <a:spcBef>
        <a:spcPct val="30000"/>
      </a:spcBef>
      <a:spcAft>
        <a:spcPct val="0"/>
      </a:spcAft>
      <a:buSzPct val="100000"/>
      <a:buFont typeface="Times New Roman" panose="02020603050405020304" pitchFamily="18" charset="0"/>
      <a:defRPr sz="1200" kern="1200">
        <a:solidFill>
          <a:srgbClr val="000000"/>
        </a:solidFill>
        <a:latin typeface="Times New Roman" panose="02020603050405020304" pitchFamily="16" charset="0"/>
        <a:ea typeface="+mn-ea"/>
        <a:cs typeface="+mn-cs"/>
      </a:defRPr>
    </a:lvl2pPr>
    <a:lvl3pPr marL="1143000" indent="-228600" algn="l" defTabSz="449263" rtl="0" eaLnBrk="0" fontAlgn="base" hangingPunct="0">
      <a:spcBef>
        <a:spcPct val="30000"/>
      </a:spcBef>
      <a:spcAft>
        <a:spcPct val="0"/>
      </a:spcAft>
      <a:buSzPct val="100000"/>
      <a:buFont typeface="Times New Roman" panose="02020603050405020304" pitchFamily="18" charset="0"/>
      <a:defRPr sz="1200" kern="1200">
        <a:solidFill>
          <a:srgbClr val="000000"/>
        </a:solidFill>
        <a:latin typeface="Times New Roman" panose="02020603050405020304" pitchFamily="16" charset="0"/>
        <a:ea typeface="+mn-ea"/>
        <a:cs typeface="+mn-cs"/>
      </a:defRPr>
    </a:lvl3pPr>
    <a:lvl4pPr marL="1600200" indent="-228600" algn="l" defTabSz="449263" rtl="0" eaLnBrk="0" fontAlgn="base" hangingPunct="0">
      <a:spcBef>
        <a:spcPct val="30000"/>
      </a:spcBef>
      <a:spcAft>
        <a:spcPct val="0"/>
      </a:spcAft>
      <a:buSzPct val="100000"/>
      <a:buFont typeface="Times New Roman" panose="02020603050405020304" pitchFamily="18" charset="0"/>
      <a:defRPr sz="1200" kern="1200">
        <a:solidFill>
          <a:srgbClr val="000000"/>
        </a:solidFill>
        <a:latin typeface="Times New Roman" panose="02020603050405020304" pitchFamily="16" charset="0"/>
        <a:ea typeface="+mn-ea"/>
        <a:cs typeface="+mn-cs"/>
      </a:defRPr>
    </a:lvl4pPr>
    <a:lvl5pPr marL="2057400" indent="-228600" algn="l" defTabSz="449263" rtl="0" eaLnBrk="0" fontAlgn="base" hangingPunct="0">
      <a:spcBef>
        <a:spcPct val="30000"/>
      </a:spcBef>
      <a:spcAft>
        <a:spcPct val="0"/>
      </a:spcAft>
      <a:buSzPct val="100000"/>
      <a:buFont typeface="Times New Roman" panose="02020603050405020304" pitchFamily="18" charset="0"/>
      <a:defRPr sz="1200" kern="1200">
        <a:solidFill>
          <a:srgbClr val="000000"/>
        </a:solidFill>
        <a:latin typeface="Times New Roman" panose="02020603050405020304"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EA86820-8E39-DF87-A83D-93F8EC12E9AC}"/>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buSzTx/>
              <a:buFontTx/>
              <a:buNone/>
            </a:pPr>
            <a:fld id="{CDA381C5-6CD7-400A-8988-C01F6082F07B}" type="slidenum">
              <a:rPr lang="en-IN" altLang="en-US" sz="1400">
                <a:solidFill>
                  <a:schemeClr val="tx1"/>
                </a:solidFill>
                <a:latin typeface="Trebuchet MS" panose="020B0603020202020204" pitchFamily="34" charset="0"/>
              </a:rPr>
              <a:pPr>
                <a:spcBef>
                  <a:spcPct val="0"/>
                </a:spcBef>
                <a:buSzTx/>
                <a:buFontTx/>
                <a:buNone/>
              </a:pPr>
              <a:t>1</a:t>
            </a:fld>
            <a:endParaRPr lang="en-IN" altLang="en-US" sz="1400">
              <a:solidFill>
                <a:schemeClr val="tx1"/>
              </a:solidFill>
              <a:latin typeface="Trebuchet MS" panose="020B0603020202020204" pitchFamily="34" charset="0"/>
              <a:ea typeface="DejaVu Sans" charset="0"/>
              <a:cs typeface="DejaVu Sans" charset="0"/>
            </a:endParaRPr>
          </a:p>
        </p:txBody>
      </p:sp>
      <p:sp>
        <p:nvSpPr>
          <p:cNvPr id="7171" name="Rectangle 1">
            <a:extLst>
              <a:ext uri="{FF2B5EF4-FFF2-40B4-BE49-F238E27FC236}">
                <a16:creationId xmlns:a16="http://schemas.microsoft.com/office/drawing/2014/main" id="{294F740B-888F-2529-A860-DEA59723D9E9}"/>
              </a:ext>
            </a:extLst>
          </p:cNvPr>
          <p:cNvSpPr>
            <a:spLocks noGrp="1" noRot="1" noChangeAspect="1" noChangeArrowheads="1" noTextEdit="1"/>
          </p:cNvSpPr>
          <p:nvPr>
            <p:ph type="sldImg" idx="4294967295"/>
          </p:nvPr>
        </p:nvSpPr>
        <p:spPr>
          <a:xfrm>
            <a:off x="1106488" y="812800"/>
            <a:ext cx="5346700"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2FA10A3D-A4A3-D36B-8508-69FA740DECC4}"/>
              </a:ext>
            </a:extLst>
          </p:cNvPr>
          <p:cNvSpPr>
            <a:spLocks noGrp="1" noChangeArrowheads="1"/>
          </p:cNvSpPr>
          <p:nvPr>
            <p:ph type="body" idx="4294967295"/>
          </p:nvPr>
        </p:nvSpPr>
        <p:spPr>
          <a:xfrm>
            <a:off x="755650" y="5078413"/>
            <a:ext cx="6048375" cy="4811712"/>
          </a:xfrm>
        </p:spPr>
        <p:txBody>
          <a:bodyPr wrap="none" anchor="ctr">
            <a:prstTxWarp prst="textNoShape">
              <a:avLst/>
            </a:prstTxWarp>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9218" name="Rectangle 6">
            <a:extLst>
              <a:ext uri="{FF2B5EF4-FFF2-40B4-BE49-F238E27FC236}">
                <a16:creationId xmlns:a16="http://schemas.microsoft.com/office/drawing/2014/main" id="{F020A0E8-6EEB-9EB9-21C3-201F018214F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buSzTx/>
              <a:buFontTx/>
              <a:buNone/>
            </a:pPr>
            <a:fld id="{A0D70150-7EE2-4592-ABED-1EAF92D55AC1}" type="slidenum">
              <a:rPr lang="en-IN" altLang="en-US" sz="1400">
                <a:solidFill>
                  <a:schemeClr val="tx1"/>
                </a:solidFill>
                <a:latin typeface="Trebuchet MS" panose="020B0603020202020204" pitchFamily="34" charset="0"/>
              </a:rPr>
              <a:pPr>
                <a:spcBef>
                  <a:spcPct val="0"/>
                </a:spcBef>
                <a:buSzTx/>
                <a:buFontTx/>
                <a:buNone/>
              </a:pPr>
              <a:t>3</a:t>
            </a:fld>
            <a:endParaRPr lang="en-IN" altLang="en-US" sz="1400">
              <a:solidFill>
                <a:schemeClr val="tx1"/>
              </a:solidFill>
              <a:latin typeface="Trebuchet MS" panose="020B0603020202020204" pitchFamily="34" charset="0"/>
              <a:ea typeface="DejaVu Sans" charset="0"/>
              <a:cs typeface="DejaVu Sans" charset="0"/>
            </a:endParaRPr>
          </a:p>
        </p:txBody>
      </p:sp>
      <p:sp>
        <p:nvSpPr>
          <p:cNvPr id="9219" name="Rectangle 1">
            <a:extLst>
              <a:ext uri="{FF2B5EF4-FFF2-40B4-BE49-F238E27FC236}">
                <a16:creationId xmlns:a16="http://schemas.microsoft.com/office/drawing/2014/main" id="{9333DF4F-EEFB-A87A-3998-F544935DB444}"/>
              </a:ext>
            </a:extLst>
          </p:cNvPr>
          <p:cNvSpPr>
            <a:spLocks noGrp="1" noRot="1" noChangeAspect="1" noChangeArrowheads="1" noTextEdit="1"/>
          </p:cNvSpPr>
          <p:nvPr>
            <p:ph type="sldImg" idx="4294967295"/>
          </p:nvPr>
        </p:nvSpPr>
        <p:spPr>
          <a:xfrm>
            <a:off x="1106488" y="812800"/>
            <a:ext cx="5346700" cy="4008438"/>
          </a:xfrm>
          <a:solidFill>
            <a:srgbClr val="FFFFFF"/>
          </a:solidFill>
          <a:ln>
            <a:solidFill>
              <a:srgbClr val="000000"/>
            </a:solidFill>
            <a:miter lim="800000"/>
            <a:headEnd/>
            <a:tailEnd/>
          </a:ln>
        </p:spPr>
      </p:sp>
      <p:sp>
        <p:nvSpPr>
          <p:cNvPr id="9220" name="Rectangle 2">
            <a:extLst>
              <a:ext uri="{FF2B5EF4-FFF2-40B4-BE49-F238E27FC236}">
                <a16:creationId xmlns:a16="http://schemas.microsoft.com/office/drawing/2014/main" id="{BFB2008D-569F-6126-147D-7399D6EC0920}"/>
              </a:ext>
            </a:extLst>
          </p:cNvPr>
          <p:cNvSpPr>
            <a:spLocks noGrp="1" noChangeArrowheads="1"/>
          </p:cNvSpPr>
          <p:nvPr>
            <p:ph type="body" idx="4294967295"/>
          </p:nvPr>
        </p:nvSpPr>
        <p:spPr>
          <a:xfrm>
            <a:off x="755650" y="5078413"/>
            <a:ext cx="6048375" cy="4811712"/>
          </a:xfrm>
        </p:spPr>
        <p:txBody>
          <a:bodyPr wrap="none" anchor="ctr">
            <a:prstTxWarp prst="textNoShape">
              <a:avLst/>
            </a:prstTxWarp>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11266" name="Rectangle 6">
            <a:extLst>
              <a:ext uri="{FF2B5EF4-FFF2-40B4-BE49-F238E27FC236}">
                <a16:creationId xmlns:a16="http://schemas.microsoft.com/office/drawing/2014/main" id="{122650DA-E6FC-EFB0-D402-5B50960B13F3}"/>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buSzTx/>
              <a:buFontTx/>
              <a:buNone/>
            </a:pPr>
            <a:fld id="{7D1BE893-ECB2-4BC1-8297-E9202F24B1D8}" type="slidenum">
              <a:rPr lang="en-IN" altLang="en-US" sz="1400">
                <a:solidFill>
                  <a:schemeClr val="tx1"/>
                </a:solidFill>
                <a:latin typeface="Trebuchet MS" panose="020B0603020202020204" pitchFamily="34" charset="0"/>
              </a:rPr>
              <a:pPr>
                <a:spcBef>
                  <a:spcPct val="0"/>
                </a:spcBef>
                <a:buSzTx/>
                <a:buFontTx/>
                <a:buNone/>
              </a:pPr>
              <a:t>6</a:t>
            </a:fld>
            <a:endParaRPr lang="en-IN" altLang="en-US" sz="1400">
              <a:solidFill>
                <a:schemeClr val="tx1"/>
              </a:solidFill>
              <a:latin typeface="Trebuchet MS" panose="020B0603020202020204" pitchFamily="34" charset="0"/>
              <a:ea typeface="DejaVu Sans" charset="0"/>
              <a:cs typeface="DejaVu Sans" charset="0"/>
            </a:endParaRPr>
          </a:p>
        </p:txBody>
      </p:sp>
      <p:sp>
        <p:nvSpPr>
          <p:cNvPr id="11267" name="Rectangle 1">
            <a:extLst>
              <a:ext uri="{FF2B5EF4-FFF2-40B4-BE49-F238E27FC236}">
                <a16:creationId xmlns:a16="http://schemas.microsoft.com/office/drawing/2014/main" id="{33D256EC-4721-2F04-08F4-95B60FA7C88C}"/>
              </a:ext>
            </a:extLst>
          </p:cNvPr>
          <p:cNvSpPr>
            <a:spLocks noGrp="1" noRot="1" noChangeAspect="1" noChangeArrowheads="1" noTextEdit="1"/>
          </p:cNvSpPr>
          <p:nvPr>
            <p:ph type="sldImg" idx="4294967295"/>
          </p:nvPr>
        </p:nvSpPr>
        <p:spPr>
          <a:xfrm>
            <a:off x="1106488" y="812800"/>
            <a:ext cx="5346700" cy="4008438"/>
          </a:xfrm>
          <a:solidFill>
            <a:srgbClr val="FFFFFF"/>
          </a:solidFill>
          <a:ln>
            <a:solidFill>
              <a:srgbClr val="000000"/>
            </a:solidFill>
            <a:miter lim="800000"/>
            <a:headEnd/>
            <a:tailEnd/>
          </a:ln>
        </p:spPr>
      </p:sp>
      <p:sp>
        <p:nvSpPr>
          <p:cNvPr id="11268" name="Rectangle 2">
            <a:extLst>
              <a:ext uri="{FF2B5EF4-FFF2-40B4-BE49-F238E27FC236}">
                <a16:creationId xmlns:a16="http://schemas.microsoft.com/office/drawing/2014/main" id="{5389BE8D-C243-6BBD-F3FE-BD247DB61215}"/>
              </a:ext>
            </a:extLst>
          </p:cNvPr>
          <p:cNvSpPr>
            <a:spLocks noGrp="1" noChangeArrowheads="1"/>
          </p:cNvSpPr>
          <p:nvPr>
            <p:ph type="body" idx="4294967295"/>
          </p:nvPr>
        </p:nvSpPr>
        <p:spPr>
          <a:xfrm>
            <a:off x="755650" y="5078413"/>
            <a:ext cx="6048375" cy="4811712"/>
          </a:xfrm>
        </p:spPr>
        <p:txBody>
          <a:bodyPr wrap="none" anchor="ctr">
            <a:prstTxWarp prst="textNoShape">
              <a:avLst/>
            </a:prstTxWarp>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13314" name="Rectangle 6">
            <a:extLst>
              <a:ext uri="{FF2B5EF4-FFF2-40B4-BE49-F238E27FC236}">
                <a16:creationId xmlns:a16="http://schemas.microsoft.com/office/drawing/2014/main" id="{BA4797C6-FFA7-F4DF-7CE3-232092529C78}"/>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buSzTx/>
              <a:buFontTx/>
              <a:buNone/>
            </a:pPr>
            <a:fld id="{442F7A44-582C-4D74-8375-7DA10CDEDFB9}" type="slidenum">
              <a:rPr lang="en-IN" altLang="en-US" sz="1400">
                <a:solidFill>
                  <a:schemeClr val="tx1"/>
                </a:solidFill>
                <a:latin typeface="Trebuchet MS" panose="020B0603020202020204" pitchFamily="34" charset="0"/>
              </a:rPr>
              <a:pPr>
                <a:spcBef>
                  <a:spcPct val="0"/>
                </a:spcBef>
                <a:buSzTx/>
                <a:buFontTx/>
                <a:buNone/>
              </a:pPr>
              <a:t>10</a:t>
            </a:fld>
            <a:endParaRPr lang="en-IN" altLang="en-US" sz="1400">
              <a:solidFill>
                <a:schemeClr val="tx1"/>
              </a:solidFill>
              <a:latin typeface="Trebuchet MS" panose="020B0603020202020204" pitchFamily="34" charset="0"/>
              <a:ea typeface="DejaVu Sans" charset="0"/>
              <a:cs typeface="DejaVu Sans" charset="0"/>
            </a:endParaRPr>
          </a:p>
        </p:txBody>
      </p:sp>
      <p:sp>
        <p:nvSpPr>
          <p:cNvPr id="13315" name="Rectangle 1">
            <a:extLst>
              <a:ext uri="{FF2B5EF4-FFF2-40B4-BE49-F238E27FC236}">
                <a16:creationId xmlns:a16="http://schemas.microsoft.com/office/drawing/2014/main" id="{C91BEEDA-CF65-608B-C805-4490BFF91613}"/>
              </a:ext>
            </a:extLst>
          </p:cNvPr>
          <p:cNvSpPr>
            <a:spLocks noGrp="1" noRot="1" noChangeAspect="1" noChangeArrowheads="1" noTextEdit="1"/>
          </p:cNvSpPr>
          <p:nvPr>
            <p:ph type="sldImg" idx="4294967295"/>
          </p:nvPr>
        </p:nvSpPr>
        <p:spPr>
          <a:xfrm>
            <a:off x="1106488" y="812800"/>
            <a:ext cx="5346700" cy="4008438"/>
          </a:xfrm>
          <a:solidFill>
            <a:srgbClr val="FFFFFF"/>
          </a:solidFill>
          <a:ln>
            <a:solidFill>
              <a:srgbClr val="000000"/>
            </a:solidFill>
            <a:miter lim="800000"/>
            <a:headEnd/>
            <a:tailEnd/>
          </a:ln>
        </p:spPr>
      </p:sp>
      <p:sp>
        <p:nvSpPr>
          <p:cNvPr id="13316" name="Rectangle 2">
            <a:extLst>
              <a:ext uri="{FF2B5EF4-FFF2-40B4-BE49-F238E27FC236}">
                <a16:creationId xmlns:a16="http://schemas.microsoft.com/office/drawing/2014/main" id="{E5FA2DE9-E4DD-2512-022D-5F35E3A60CB5}"/>
              </a:ext>
            </a:extLst>
          </p:cNvPr>
          <p:cNvSpPr>
            <a:spLocks noGrp="1" noChangeArrowheads="1"/>
          </p:cNvSpPr>
          <p:nvPr>
            <p:ph type="body" idx="4294967295"/>
          </p:nvPr>
        </p:nvSpPr>
        <p:spPr>
          <a:xfrm>
            <a:off x="755650" y="5078413"/>
            <a:ext cx="6048375" cy="4811712"/>
          </a:xfrm>
        </p:spPr>
        <p:txBody>
          <a:bodyPr wrap="none" anchor="ctr">
            <a:prstTxWarp prst="textNoShape">
              <a:avLst/>
            </a:prstTxWarp>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15362" name="Rectangle 6">
            <a:extLst>
              <a:ext uri="{FF2B5EF4-FFF2-40B4-BE49-F238E27FC236}">
                <a16:creationId xmlns:a16="http://schemas.microsoft.com/office/drawing/2014/main" id="{42408D1A-5B8E-E857-C68C-31D80EF7ACB3}"/>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buSzTx/>
              <a:buFontTx/>
              <a:buNone/>
            </a:pPr>
            <a:fld id="{67CF6288-481A-4A68-B074-69F6CB9DD1AE}" type="slidenum">
              <a:rPr lang="en-IN" altLang="en-US" sz="1400">
                <a:solidFill>
                  <a:schemeClr val="tx1"/>
                </a:solidFill>
                <a:latin typeface="Trebuchet MS" panose="020B0603020202020204" pitchFamily="34" charset="0"/>
              </a:rPr>
              <a:pPr>
                <a:spcBef>
                  <a:spcPct val="0"/>
                </a:spcBef>
                <a:buSzTx/>
                <a:buFontTx/>
                <a:buNone/>
              </a:pPr>
              <a:t>11</a:t>
            </a:fld>
            <a:endParaRPr lang="en-IN" altLang="en-US" sz="1400">
              <a:solidFill>
                <a:schemeClr val="tx1"/>
              </a:solidFill>
              <a:latin typeface="Trebuchet MS" panose="020B0603020202020204" pitchFamily="34" charset="0"/>
              <a:ea typeface="DejaVu Sans" charset="0"/>
              <a:cs typeface="DejaVu Sans" charset="0"/>
            </a:endParaRPr>
          </a:p>
        </p:txBody>
      </p:sp>
      <p:sp>
        <p:nvSpPr>
          <p:cNvPr id="15363" name="Rectangle 1">
            <a:extLst>
              <a:ext uri="{FF2B5EF4-FFF2-40B4-BE49-F238E27FC236}">
                <a16:creationId xmlns:a16="http://schemas.microsoft.com/office/drawing/2014/main" id="{CC16A91E-C660-3A72-EAF8-956E587224B4}"/>
              </a:ext>
            </a:extLst>
          </p:cNvPr>
          <p:cNvSpPr>
            <a:spLocks noGrp="1" noRot="1" noChangeAspect="1" noChangeArrowheads="1" noTextEdit="1"/>
          </p:cNvSpPr>
          <p:nvPr>
            <p:ph type="sldImg" idx="4294967295"/>
          </p:nvPr>
        </p:nvSpPr>
        <p:spPr>
          <a:xfrm>
            <a:off x="1106488" y="812800"/>
            <a:ext cx="5346700" cy="4008438"/>
          </a:xfrm>
          <a:solidFill>
            <a:srgbClr val="FFFFFF"/>
          </a:solidFill>
          <a:ln>
            <a:solidFill>
              <a:srgbClr val="000000"/>
            </a:solidFill>
            <a:miter lim="800000"/>
            <a:headEnd/>
            <a:tailEnd/>
          </a:ln>
        </p:spPr>
      </p:sp>
      <p:sp>
        <p:nvSpPr>
          <p:cNvPr id="15364" name="Rectangle 2">
            <a:extLst>
              <a:ext uri="{FF2B5EF4-FFF2-40B4-BE49-F238E27FC236}">
                <a16:creationId xmlns:a16="http://schemas.microsoft.com/office/drawing/2014/main" id="{94A2F9B3-0F71-1E60-632F-B97A9F592D9D}"/>
              </a:ext>
            </a:extLst>
          </p:cNvPr>
          <p:cNvSpPr>
            <a:spLocks noGrp="1" noChangeArrowheads="1"/>
          </p:cNvSpPr>
          <p:nvPr>
            <p:ph type="body" idx="4294967295"/>
          </p:nvPr>
        </p:nvSpPr>
        <p:spPr>
          <a:xfrm>
            <a:off x="755650" y="5078413"/>
            <a:ext cx="6048375" cy="4811712"/>
          </a:xfrm>
        </p:spPr>
        <p:txBody>
          <a:bodyPr wrap="none" anchor="ctr">
            <a:prstTxWarp prst="textNoShape">
              <a:avLst/>
            </a:prstTxWarp>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17410" name="Rectangle 6">
            <a:extLst>
              <a:ext uri="{FF2B5EF4-FFF2-40B4-BE49-F238E27FC236}">
                <a16:creationId xmlns:a16="http://schemas.microsoft.com/office/drawing/2014/main" id="{966CA67E-9E51-F4B1-8570-F34F8265EFE5}"/>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buSzTx/>
              <a:buFontTx/>
              <a:buNone/>
            </a:pPr>
            <a:fld id="{372D0FD2-F82B-4734-B0E7-BF2FD5DF7A00}" type="slidenum">
              <a:rPr lang="en-IN" altLang="en-US" sz="1400">
                <a:solidFill>
                  <a:schemeClr val="tx1"/>
                </a:solidFill>
                <a:latin typeface="Trebuchet MS" panose="020B0603020202020204" pitchFamily="34" charset="0"/>
              </a:rPr>
              <a:pPr>
                <a:spcBef>
                  <a:spcPct val="0"/>
                </a:spcBef>
                <a:buSzTx/>
                <a:buFontTx/>
                <a:buNone/>
              </a:pPr>
              <a:t>16</a:t>
            </a:fld>
            <a:endParaRPr lang="en-IN" altLang="en-US" sz="1400">
              <a:solidFill>
                <a:schemeClr val="tx1"/>
              </a:solidFill>
              <a:latin typeface="Trebuchet MS" panose="020B0603020202020204" pitchFamily="34" charset="0"/>
              <a:ea typeface="DejaVu Sans" charset="0"/>
              <a:cs typeface="DejaVu Sans" charset="0"/>
            </a:endParaRPr>
          </a:p>
        </p:txBody>
      </p:sp>
      <p:sp>
        <p:nvSpPr>
          <p:cNvPr id="17411" name="Rectangle 1">
            <a:extLst>
              <a:ext uri="{FF2B5EF4-FFF2-40B4-BE49-F238E27FC236}">
                <a16:creationId xmlns:a16="http://schemas.microsoft.com/office/drawing/2014/main" id="{CB5C0C6A-4DAB-1B58-0660-4E4A86B7938A}"/>
              </a:ext>
            </a:extLst>
          </p:cNvPr>
          <p:cNvSpPr>
            <a:spLocks noGrp="1" noRot="1" noChangeAspect="1" noChangeArrowheads="1" noTextEdit="1"/>
          </p:cNvSpPr>
          <p:nvPr>
            <p:ph type="sldImg" idx="4294967295"/>
          </p:nvPr>
        </p:nvSpPr>
        <p:spPr>
          <a:xfrm>
            <a:off x="1106488" y="812800"/>
            <a:ext cx="5346700" cy="4008438"/>
          </a:xfrm>
          <a:solidFill>
            <a:srgbClr val="FFFFFF"/>
          </a:solidFill>
          <a:ln>
            <a:solidFill>
              <a:srgbClr val="000000"/>
            </a:solidFill>
            <a:miter lim="800000"/>
            <a:headEnd/>
            <a:tailEnd/>
          </a:ln>
        </p:spPr>
      </p:sp>
      <p:sp>
        <p:nvSpPr>
          <p:cNvPr id="17412" name="Rectangle 2">
            <a:extLst>
              <a:ext uri="{FF2B5EF4-FFF2-40B4-BE49-F238E27FC236}">
                <a16:creationId xmlns:a16="http://schemas.microsoft.com/office/drawing/2014/main" id="{FEE9788E-9B37-CDB1-35E4-F8464DA97C10}"/>
              </a:ext>
            </a:extLst>
          </p:cNvPr>
          <p:cNvSpPr>
            <a:spLocks noGrp="1" noChangeArrowheads="1"/>
          </p:cNvSpPr>
          <p:nvPr>
            <p:ph type="body" idx="4294967295"/>
          </p:nvPr>
        </p:nvSpPr>
        <p:spPr>
          <a:xfrm>
            <a:off x="755650" y="5078413"/>
            <a:ext cx="6048375" cy="4811712"/>
          </a:xfrm>
        </p:spPr>
        <p:txBody>
          <a:bodyPr wrap="none" anchor="ctr">
            <a:prstTxWarp prst="textNoShape">
              <a:avLst/>
            </a:prstTxWarp>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a:extLst>
            <a:ext uri="{FF2B5EF4-FFF2-40B4-BE49-F238E27FC236}">
              <a16:creationId xmlns:a16="http://schemas.microsoft.com/office/drawing/2014/main" id="{C409EF32-AD4A-A6EB-BDEE-DF7C9EE212FD}"/>
            </a:ext>
          </a:extLst>
        </p:cNvPr>
        <p:cNvGrpSpPr/>
        <p:nvPr/>
      </p:nvGrpSpPr>
      <p:grpSpPr>
        <a:xfrm>
          <a:off x="0" y="0"/>
          <a:ext cx="0" cy="0"/>
          <a:chOff x="0" y="0"/>
          <a:chExt cx="0" cy="0"/>
        </a:xfrm>
      </p:grpSpPr>
      <p:sp>
        <p:nvSpPr>
          <p:cNvPr id="17410" name="Rectangle 6">
            <a:extLst>
              <a:ext uri="{FF2B5EF4-FFF2-40B4-BE49-F238E27FC236}">
                <a16:creationId xmlns:a16="http://schemas.microsoft.com/office/drawing/2014/main" id="{FCF439B7-4588-6C20-72B8-ECB6A5097DD2}"/>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buSzTx/>
              <a:buFontTx/>
              <a:buNone/>
            </a:pPr>
            <a:fld id="{372D0FD2-F82B-4734-B0E7-BF2FD5DF7A00}" type="slidenum">
              <a:rPr lang="en-IN" altLang="en-US" sz="1400">
                <a:solidFill>
                  <a:schemeClr val="tx1"/>
                </a:solidFill>
                <a:latin typeface="Trebuchet MS" panose="020B0603020202020204" pitchFamily="34" charset="0"/>
              </a:rPr>
              <a:pPr>
                <a:spcBef>
                  <a:spcPct val="0"/>
                </a:spcBef>
                <a:buSzTx/>
                <a:buFontTx/>
                <a:buNone/>
              </a:pPr>
              <a:t>18</a:t>
            </a:fld>
            <a:endParaRPr lang="en-IN" altLang="en-US" sz="1400">
              <a:solidFill>
                <a:schemeClr val="tx1"/>
              </a:solidFill>
              <a:latin typeface="Trebuchet MS" panose="020B0603020202020204" pitchFamily="34" charset="0"/>
              <a:ea typeface="DejaVu Sans" charset="0"/>
              <a:cs typeface="DejaVu Sans" charset="0"/>
            </a:endParaRPr>
          </a:p>
        </p:txBody>
      </p:sp>
      <p:sp>
        <p:nvSpPr>
          <p:cNvPr id="17411" name="Rectangle 1">
            <a:extLst>
              <a:ext uri="{FF2B5EF4-FFF2-40B4-BE49-F238E27FC236}">
                <a16:creationId xmlns:a16="http://schemas.microsoft.com/office/drawing/2014/main" id="{CD7D066C-8571-5788-231B-0EA51F0055DE}"/>
              </a:ext>
            </a:extLst>
          </p:cNvPr>
          <p:cNvSpPr>
            <a:spLocks noGrp="1" noRot="1" noChangeAspect="1" noChangeArrowheads="1" noTextEdit="1"/>
          </p:cNvSpPr>
          <p:nvPr>
            <p:ph type="sldImg" idx="4294967295"/>
          </p:nvPr>
        </p:nvSpPr>
        <p:spPr>
          <a:xfrm>
            <a:off x="1106488" y="812800"/>
            <a:ext cx="5346700" cy="4008438"/>
          </a:xfrm>
          <a:solidFill>
            <a:srgbClr val="FFFFFF"/>
          </a:solidFill>
          <a:ln>
            <a:solidFill>
              <a:srgbClr val="000000"/>
            </a:solidFill>
            <a:miter lim="800000"/>
            <a:headEnd/>
            <a:tailEnd/>
          </a:ln>
        </p:spPr>
      </p:sp>
      <p:sp>
        <p:nvSpPr>
          <p:cNvPr id="17412" name="Rectangle 2">
            <a:extLst>
              <a:ext uri="{FF2B5EF4-FFF2-40B4-BE49-F238E27FC236}">
                <a16:creationId xmlns:a16="http://schemas.microsoft.com/office/drawing/2014/main" id="{14EB5C91-18F0-D597-721C-D8579F16A225}"/>
              </a:ext>
            </a:extLst>
          </p:cNvPr>
          <p:cNvSpPr>
            <a:spLocks noGrp="1" noChangeArrowheads="1"/>
          </p:cNvSpPr>
          <p:nvPr>
            <p:ph type="body" idx="4294967295"/>
          </p:nvPr>
        </p:nvSpPr>
        <p:spPr>
          <a:xfrm>
            <a:off x="755650" y="5078413"/>
            <a:ext cx="6048375" cy="4811712"/>
          </a:xfrm>
        </p:spPr>
        <p:txBody>
          <a:bodyPr wrap="none" anchor="ctr">
            <a:prstTxWarp prst="textNoShape">
              <a:avLst/>
            </a:prstTxWarp>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5705006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19458" name="Rectangle 6">
            <a:extLst>
              <a:ext uri="{FF2B5EF4-FFF2-40B4-BE49-F238E27FC236}">
                <a16:creationId xmlns:a16="http://schemas.microsoft.com/office/drawing/2014/main" id="{E4039F99-0E12-A70B-99EC-15A34EED4352}"/>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buSzTx/>
              <a:buFontTx/>
              <a:buNone/>
            </a:pPr>
            <a:fld id="{9173F69E-E859-41B8-A48A-99F5EBB9E169}" type="slidenum">
              <a:rPr lang="en-IN" altLang="en-US" sz="1400">
                <a:solidFill>
                  <a:schemeClr val="tx1"/>
                </a:solidFill>
                <a:latin typeface="Trebuchet MS" panose="020B0603020202020204" pitchFamily="34" charset="0"/>
              </a:rPr>
              <a:pPr>
                <a:spcBef>
                  <a:spcPct val="0"/>
                </a:spcBef>
                <a:buSzTx/>
                <a:buFontTx/>
                <a:buNone/>
              </a:pPr>
              <a:t>19</a:t>
            </a:fld>
            <a:endParaRPr lang="en-IN" altLang="en-US" sz="1400">
              <a:solidFill>
                <a:schemeClr val="tx1"/>
              </a:solidFill>
              <a:latin typeface="Trebuchet MS" panose="020B0603020202020204" pitchFamily="34" charset="0"/>
              <a:ea typeface="DejaVu Sans" charset="0"/>
              <a:cs typeface="DejaVu Sans" charset="0"/>
            </a:endParaRPr>
          </a:p>
        </p:txBody>
      </p:sp>
      <p:sp>
        <p:nvSpPr>
          <p:cNvPr id="19459" name="Rectangle 1">
            <a:extLst>
              <a:ext uri="{FF2B5EF4-FFF2-40B4-BE49-F238E27FC236}">
                <a16:creationId xmlns:a16="http://schemas.microsoft.com/office/drawing/2014/main" id="{1012A914-2042-150E-7869-33261168F55A}"/>
              </a:ext>
            </a:extLst>
          </p:cNvPr>
          <p:cNvSpPr>
            <a:spLocks noGrp="1" noRot="1" noChangeAspect="1" noChangeArrowheads="1" noTextEdit="1"/>
          </p:cNvSpPr>
          <p:nvPr>
            <p:ph type="sldImg" idx="4294967295"/>
          </p:nvPr>
        </p:nvSpPr>
        <p:spPr>
          <a:xfrm>
            <a:off x="1106488" y="812800"/>
            <a:ext cx="5346700" cy="4008438"/>
          </a:xfrm>
          <a:solidFill>
            <a:srgbClr val="FFFFFF"/>
          </a:solidFill>
          <a:ln>
            <a:solidFill>
              <a:srgbClr val="000000"/>
            </a:solidFill>
            <a:miter lim="800000"/>
            <a:headEnd/>
            <a:tailEnd/>
          </a:ln>
        </p:spPr>
      </p:sp>
      <p:sp>
        <p:nvSpPr>
          <p:cNvPr id="19460" name="Rectangle 2">
            <a:extLst>
              <a:ext uri="{FF2B5EF4-FFF2-40B4-BE49-F238E27FC236}">
                <a16:creationId xmlns:a16="http://schemas.microsoft.com/office/drawing/2014/main" id="{E8440401-DCD8-276B-8E3A-5461F393D86E}"/>
              </a:ext>
            </a:extLst>
          </p:cNvPr>
          <p:cNvSpPr>
            <a:spLocks noGrp="1" noChangeArrowheads="1"/>
          </p:cNvSpPr>
          <p:nvPr>
            <p:ph type="body" idx="4294967295"/>
          </p:nvPr>
        </p:nvSpPr>
        <p:spPr>
          <a:xfrm>
            <a:off x="755650" y="5078413"/>
            <a:ext cx="6048375" cy="4811712"/>
          </a:xfrm>
        </p:spPr>
        <p:txBody>
          <a:bodyPr wrap="none" anchor="ctr">
            <a:prstTxWarp prst="textNoShape">
              <a:avLst/>
            </a:prstTxWarp>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7">
            <a:extLst>
              <a:ext uri="{FF2B5EF4-FFF2-40B4-BE49-F238E27FC236}">
                <a16:creationId xmlns:a16="http://schemas.microsoft.com/office/drawing/2014/main" id="{5E2CE0AA-42F0-95A8-2DE3-9E43D1ADB294}"/>
              </a:ext>
            </a:extLst>
          </p:cNvPr>
          <p:cNvGrpSpPr>
            <a:grpSpLocks/>
          </p:cNvGrpSpPr>
          <p:nvPr/>
        </p:nvGrpSpPr>
        <p:grpSpPr bwMode="auto">
          <a:xfrm>
            <a:off x="-9525" y="-9525"/>
            <a:ext cx="10110788" cy="7578725"/>
            <a:chOff x="-8466" y="-8468"/>
            <a:chExt cx="9171316" cy="6874935"/>
          </a:xfrm>
        </p:grpSpPr>
        <p:cxnSp>
          <p:nvCxnSpPr>
            <p:cNvPr id="5" name="Straight Connector 4">
              <a:extLst>
                <a:ext uri="{FF2B5EF4-FFF2-40B4-BE49-F238E27FC236}">
                  <a16:creationId xmlns:a16="http://schemas.microsoft.com/office/drawing/2014/main" id="{2EE55A31-0C7A-99FF-245E-556952D787B2}"/>
                </a:ext>
              </a:extLst>
            </p:cNvPr>
            <p:cNvCxnSpPr/>
            <p:nvPr/>
          </p:nvCxnSpPr>
          <p:spPr>
            <a:xfrm flipV="1">
              <a:off x="5130870"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0B5DA12A-B99B-7920-827F-6E970975BF60}"/>
                </a:ext>
              </a:extLst>
            </p:cNvPr>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7" name="Freeform 29">
              <a:extLst>
                <a:ext uri="{FF2B5EF4-FFF2-40B4-BE49-F238E27FC236}">
                  <a16:creationId xmlns:a16="http://schemas.microsoft.com/office/drawing/2014/main" id="{9BCB9114-03E3-04F3-DACE-17FC3CF4DA2A}"/>
                </a:ext>
              </a:extLst>
            </p:cNvPr>
            <p:cNvSpPr/>
            <p:nvPr/>
          </p:nvSpPr>
          <p:spPr>
            <a:xfrm>
              <a:off x="6891981"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Freeform 30">
              <a:extLst>
                <a:ext uri="{FF2B5EF4-FFF2-40B4-BE49-F238E27FC236}">
                  <a16:creationId xmlns:a16="http://schemas.microsoft.com/office/drawing/2014/main" id="{7EE28407-8ADB-95A2-A863-826CDA03C3B4}"/>
                </a:ext>
              </a:extLst>
            </p:cNvPr>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Freeform 31">
              <a:extLst>
                <a:ext uri="{FF2B5EF4-FFF2-40B4-BE49-F238E27FC236}">
                  <a16:creationId xmlns:a16="http://schemas.microsoft.com/office/drawing/2014/main" id="{92C6DC5A-CDCA-7F09-1AD0-6E0F71CA57D7}"/>
                </a:ext>
              </a:extLst>
            </p:cNvPr>
            <p:cNvSpPr/>
            <p:nvPr/>
          </p:nvSpPr>
          <p:spPr>
            <a:xfrm>
              <a:off x="6638542" y="3920066"/>
              <a:ext cx="2512788"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32">
              <a:extLst>
                <a:ext uri="{FF2B5EF4-FFF2-40B4-BE49-F238E27FC236}">
                  <a16:creationId xmlns:a16="http://schemas.microsoft.com/office/drawing/2014/main" id="{28385206-8DDD-D7BD-99BE-5554D2F1A776}"/>
                </a:ext>
              </a:extLst>
            </p:cNvPr>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33">
              <a:extLst>
                <a:ext uri="{FF2B5EF4-FFF2-40B4-BE49-F238E27FC236}">
                  <a16:creationId xmlns:a16="http://schemas.microsoft.com/office/drawing/2014/main" id="{752A3559-E406-70AE-F2F6-6B7048385A49}"/>
                </a:ext>
              </a:extLst>
            </p:cNvPr>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34">
              <a:extLst>
                <a:ext uri="{FF2B5EF4-FFF2-40B4-BE49-F238E27FC236}">
                  <a16:creationId xmlns:a16="http://schemas.microsoft.com/office/drawing/2014/main" id="{78AC784B-5F3F-27B2-2131-186131D771B2}"/>
                </a:ext>
              </a:extLst>
            </p:cNvPr>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35">
              <a:extLst>
                <a:ext uri="{FF2B5EF4-FFF2-40B4-BE49-F238E27FC236}">
                  <a16:creationId xmlns:a16="http://schemas.microsoft.com/office/drawing/2014/main" id="{2D1700E5-632D-AE0D-10B6-D19D5DC86DBB}"/>
                </a:ext>
              </a:extLst>
            </p:cNvPr>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7">
              <a:extLst>
                <a:ext uri="{FF2B5EF4-FFF2-40B4-BE49-F238E27FC236}">
                  <a16:creationId xmlns:a16="http://schemas.microsoft.com/office/drawing/2014/main" id="{D79B4D90-CAD9-4153-8F44-6437D8F27061}"/>
                </a:ext>
              </a:extLst>
            </p:cNvPr>
            <p:cNvSpPr/>
            <p:nvPr/>
          </p:nvSpPr>
          <p:spPr>
            <a:xfrm>
              <a:off x="-8466" y="-8468"/>
              <a:ext cx="863996" cy="5698391"/>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403" y="2650553"/>
            <a:ext cx="6423553" cy="1814743"/>
          </a:xfrm>
        </p:spPr>
        <p:txBody>
          <a:bodyPr anchor="b">
            <a:noAutofit/>
          </a:bodyPr>
          <a:lstStyle>
            <a:lvl1pPr algn="r">
              <a:defRPr sz="5950">
                <a:solidFill>
                  <a:schemeClr val="accent1"/>
                </a:solidFill>
              </a:defRPr>
            </a:lvl1pPr>
          </a:lstStyle>
          <a:p>
            <a:r>
              <a:rPr lang="en-US" noProof="1"/>
              <a:t>Click to edit Master title style</a:t>
            </a:r>
          </a:p>
        </p:txBody>
      </p:sp>
      <p:sp>
        <p:nvSpPr>
          <p:cNvPr id="3" name="Subtitle 2"/>
          <p:cNvSpPr>
            <a:spLocks noGrp="1"/>
          </p:cNvSpPr>
          <p:nvPr>
            <p:ph type="subTitle" idx="1"/>
          </p:nvPr>
        </p:nvSpPr>
        <p:spPr>
          <a:xfrm>
            <a:off x="1246403" y="4465295"/>
            <a:ext cx="6423553" cy="1209128"/>
          </a:xfrm>
        </p:spPr>
        <p:txBody>
          <a:bodyPr/>
          <a:lstStyle>
            <a:lvl1pPr marL="0" indent="0" algn="r">
              <a:buNone/>
              <a:defRPr>
                <a:solidFill>
                  <a:schemeClr val="tx1">
                    <a:lumMod val="50000"/>
                    <a:lumOff val="50000"/>
                  </a:schemeClr>
                </a:solidFill>
              </a:defRPr>
            </a:lvl1pPr>
            <a:lvl2pPr marL="504190" indent="0" algn="ctr">
              <a:buNone/>
              <a:defRPr>
                <a:solidFill>
                  <a:schemeClr val="tx1">
                    <a:tint val="75000"/>
                  </a:schemeClr>
                </a:solidFill>
              </a:defRPr>
            </a:lvl2pPr>
            <a:lvl3pPr marL="1007745" indent="0" algn="ctr">
              <a:buNone/>
              <a:defRPr>
                <a:solidFill>
                  <a:schemeClr val="tx1">
                    <a:tint val="75000"/>
                  </a:schemeClr>
                </a:solidFill>
              </a:defRPr>
            </a:lvl3pPr>
            <a:lvl4pPr marL="1511935" indent="0" algn="ctr">
              <a:buNone/>
              <a:defRPr>
                <a:solidFill>
                  <a:schemeClr val="tx1">
                    <a:tint val="75000"/>
                  </a:schemeClr>
                </a:solidFill>
              </a:defRPr>
            </a:lvl4pPr>
            <a:lvl5pPr marL="2016125" indent="0" algn="ctr">
              <a:buNone/>
              <a:defRPr>
                <a:solidFill>
                  <a:schemeClr val="tx1">
                    <a:tint val="75000"/>
                  </a:schemeClr>
                </a:solidFill>
              </a:defRPr>
            </a:lvl5pPr>
            <a:lvl6pPr marL="2519680" indent="0" algn="ctr">
              <a:buNone/>
              <a:defRPr>
                <a:solidFill>
                  <a:schemeClr val="tx1">
                    <a:tint val="75000"/>
                  </a:schemeClr>
                </a:solidFill>
              </a:defRPr>
            </a:lvl6pPr>
            <a:lvl7pPr marL="3023870" indent="0" algn="ctr">
              <a:buNone/>
              <a:defRPr>
                <a:solidFill>
                  <a:schemeClr val="tx1">
                    <a:tint val="75000"/>
                  </a:schemeClr>
                </a:solidFill>
              </a:defRPr>
            </a:lvl7pPr>
            <a:lvl8pPr marL="3528060" indent="0" algn="ctr">
              <a:buNone/>
              <a:defRPr>
                <a:solidFill>
                  <a:schemeClr val="tx1">
                    <a:tint val="75000"/>
                  </a:schemeClr>
                </a:solidFill>
              </a:defRPr>
            </a:lvl8pPr>
            <a:lvl9pPr marL="4031615" indent="0" algn="ctr">
              <a:buNone/>
              <a:defRPr>
                <a:solidFill>
                  <a:schemeClr val="tx1">
                    <a:tint val="75000"/>
                  </a:schemeClr>
                </a:solidFill>
              </a:defRPr>
            </a:lvl9pPr>
          </a:lstStyle>
          <a:p>
            <a:r>
              <a:rPr lang="en-US" noProof="1"/>
              <a:t>Click to edit Master subtitle style</a:t>
            </a:r>
          </a:p>
        </p:txBody>
      </p:sp>
      <p:sp>
        <p:nvSpPr>
          <p:cNvPr id="15" name="Date Placeholder 3">
            <a:extLst>
              <a:ext uri="{FF2B5EF4-FFF2-40B4-BE49-F238E27FC236}">
                <a16:creationId xmlns:a16="http://schemas.microsoft.com/office/drawing/2014/main" id="{50673B43-F5CB-5C9E-4EDB-AB8819BC8740}"/>
              </a:ext>
            </a:extLst>
          </p:cNvPr>
          <p:cNvSpPr>
            <a:spLocks noGrp="1"/>
          </p:cNvSpPr>
          <p:nvPr>
            <p:ph type="dt" sz="half" idx="10"/>
          </p:nvPr>
        </p:nvSpPr>
        <p:spPr/>
        <p:txBody>
          <a:bodyPr/>
          <a:lstStyle>
            <a:lvl1pPr>
              <a:defRPr/>
            </a:lvl1pPr>
          </a:lstStyle>
          <a:p>
            <a:pPr>
              <a:defRPr/>
            </a:pPr>
            <a:fld id="{9B37BBCD-E6FD-4636-A0D8-CBF231230E8D}" type="datetimeFigureOut">
              <a:rPr lang="en-US"/>
              <a:pPr>
                <a:defRPr/>
              </a:pPr>
              <a:t>10/10/2025</a:t>
            </a:fld>
            <a:endParaRPr lang="en-US" dirty="0"/>
          </a:p>
        </p:txBody>
      </p:sp>
      <p:sp>
        <p:nvSpPr>
          <p:cNvPr id="16" name="Footer Placeholder 4">
            <a:extLst>
              <a:ext uri="{FF2B5EF4-FFF2-40B4-BE49-F238E27FC236}">
                <a16:creationId xmlns:a16="http://schemas.microsoft.com/office/drawing/2014/main" id="{3099EDC0-5A94-9E9F-09E1-6E6D55FCD576}"/>
              </a:ext>
            </a:extLst>
          </p:cNvPr>
          <p:cNvSpPr>
            <a:spLocks noGrp="1"/>
          </p:cNvSpPr>
          <p:nvPr>
            <p:ph type="ftr" sz="quarter" idx="11"/>
          </p:nvPr>
        </p:nvSpPr>
        <p:spPr/>
        <p:txBody>
          <a:bodyPr/>
          <a:lstStyle>
            <a:lvl1pPr>
              <a:defRPr/>
            </a:lvl1pPr>
          </a:lstStyle>
          <a:p>
            <a:pPr>
              <a:defRPr/>
            </a:pPr>
            <a:endParaRPr lang="en-US"/>
          </a:p>
        </p:txBody>
      </p:sp>
      <p:sp>
        <p:nvSpPr>
          <p:cNvPr id="17" name="Slide Number Placeholder 5">
            <a:extLst>
              <a:ext uri="{FF2B5EF4-FFF2-40B4-BE49-F238E27FC236}">
                <a16:creationId xmlns:a16="http://schemas.microsoft.com/office/drawing/2014/main" id="{D95C9C51-6399-4515-09CD-F991A9E927CF}"/>
              </a:ext>
            </a:extLst>
          </p:cNvPr>
          <p:cNvSpPr>
            <a:spLocks noGrp="1"/>
          </p:cNvSpPr>
          <p:nvPr>
            <p:ph type="sldNum" sz="quarter" idx="12"/>
          </p:nvPr>
        </p:nvSpPr>
        <p:spPr/>
        <p:txBody>
          <a:bodyPr/>
          <a:lstStyle>
            <a:lvl1pPr>
              <a:defRPr smtClean="0"/>
            </a:lvl1pPr>
          </a:lstStyle>
          <a:p>
            <a:pPr>
              <a:defRPr/>
            </a:pPr>
            <a:fld id="{AA89A10B-A94A-410A-A8FC-516E941CB554}" type="slidenum">
              <a:rPr lang="en-US" altLang="zh-CN"/>
              <a:pPr>
                <a:defRPr/>
              </a:pPr>
              <a:t>‹#›</a:t>
            </a:fld>
            <a:endParaRPr lang="en-US" altLang="zh-CN"/>
          </a:p>
        </p:txBody>
      </p:sp>
    </p:spTree>
    <p:extLst>
      <p:ext uri="{BB962C8B-B14F-4D97-AF65-F5344CB8AC3E}">
        <p14:creationId xmlns:p14="http://schemas.microsoft.com/office/powerpoint/2010/main" val="3776019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70"/>
            </a:lvl1pPr>
          </a:lstStyle>
          <a:p>
            <a:r>
              <a:rPr lang="en-US" noProof="1"/>
              <a:t>Click to edit Master title style</a:t>
            </a:r>
          </a:p>
        </p:txBody>
      </p:sp>
      <p:sp>
        <p:nvSpPr>
          <p:cNvPr id="3" name="Content Placeholder 2"/>
          <p:cNvSpPr>
            <a:spLocks noGrp="1"/>
          </p:cNvSpPr>
          <p:nvPr>
            <p:ph idx="1"/>
          </p:nvPr>
        </p:nvSpPr>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Date Placeholder 3">
            <a:extLst>
              <a:ext uri="{FF2B5EF4-FFF2-40B4-BE49-F238E27FC236}">
                <a16:creationId xmlns:a16="http://schemas.microsoft.com/office/drawing/2014/main" id="{905EF3D6-6814-2DE5-54CE-5DD358481E0F}"/>
              </a:ext>
            </a:extLst>
          </p:cNvPr>
          <p:cNvSpPr>
            <a:spLocks noGrp="1"/>
          </p:cNvSpPr>
          <p:nvPr>
            <p:ph type="dt" sz="half" idx="10"/>
          </p:nvPr>
        </p:nvSpPr>
        <p:spPr/>
        <p:txBody>
          <a:bodyPr/>
          <a:lstStyle>
            <a:lvl1pPr>
              <a:defRPr/>
            </a:lvl1pPr>
          </a:lstStyle>
          <a:p>
            <a:pPr>
              <a:defRPr/>
            </a:pPr>
            <a:fld id="{9C5E4D9D-2BDF-4023-BC80-85FC54DC8AF0}" type="datetimeFigureOut">
              <a:rPr lang="en-US"/>
              <a:pPr>
                <a:defRPr/>
              </a:pPr>
              <a:t>10/10/2025</a:t>
            </a:fld>
            <a:endParaRPr lang="en-US" dirty="0"/>
          </a:p>
        </p:txBody>
      </p:sp>
      <p:sp>
        <p:nvSpPr>
          <p:cNvPr id="5" name="Footer Placeholder 4">
            <a:extLst>
              <a:ext uri="{FF2B5EF4-FFF2-40B4-BE49-F238E27FC236}">
                <a16:creationId xmlns:a16="http://schemas.microsoft.com/office/drawing/2014/main" id="{501F2877-2155-68B2-B2B2-6113A14A906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7443C47-C50F-9939-5814-30D1924D89CC}"/>
              </a:ext>
            </a:extLst>
          </p:cNvPr>
          <p:cNvSpPr>
            <a:spLocks noGrp="1"/>
          </p:cNvSpPr>
          <p:nvPr>
            <p:ph type="sldNum" sz="quarter" idx="12"/>
          </p:nvPr>
        </p:nvSpPr>
        <p:spPr/>
        <p:txBody>
          <a:bodyPr/>
          <a:lstStyle>
            <a:lvl1pPr>
              <a:defRPr/>
            </a:lvl1pPr>
          </a:lstStyle>
          <a:p>
            <a:pPr>
              <a:defRPr/>
            </a:pPr>
            <a:fld id="{D719C844-2613-4587-A0EA-7586E2854988}" type="slidenum">
              <a:rPr lang="en-US" altLang="zh-CN"/>
              <a:pPr>
                <a:defRPr/>
              </a:pPr>
              <a:t>‹#›</a:t>
            </a:fld>
            <a:endParaRPr lang="en-US" altLang="zh-CN"/>
          </a:p>
        </p:txBody>
      </p:sp>
    </p:spTree>
    <p:extLst>
      <p:ext uri="{BB962C8B-B14F-4D97-AF65-F5344CB8AC3E}">
        <p14:creationId xmlns:p14="http://schemas.microsoft.com/office/powerpoint/2010/main" val="1194686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2040" y="2977208"/>
            <a:ext cx="6997915" cy="2013467"/>
          </a:xfrm>
        </p:spPr>
        <p:txBody>
          <a:bodyPr anchor="b"/>
          <a:lstStyle>
            <a:lvl1pPr algn="l">
              <a:defRPr sz="4410" b="0" cap="none"/>
            </a:lvl1pPr>
          </a:lstStyle>
          <a:p>
            <a:r>
              <a:rPr lang="en-US" noProof="1"/>
              <a:t>Click to edit Master title style</a:t>
            </a:r>
          </a:p>
        </p:txBody>
      </p:sp>
      <p:sp>
        <p:nvSpPr>
          <p:cNvPr id="3" name="Text Placeholder 2"/>
          <p:cNvSpPr>
            <a:spLocks noGrp="1"/>
          </p:cNvSpPr>
          <p:nvPr>
            <p:ph type="body" idx="1"/>
          </p:nvPr>
        </p:nvSpPr>
        <p:spPr>
          <a:xfrm>
            <a:off x="672040" y="4990673"/>
            <a:ext cx="6997915" cy="948432"/>
          </a:xfrm>
        </p:spPr>
        <p:txBody>
          <a:bodyPr/>
          <a:lstStyle>
            <a:lvl1pPr marL="0" indent="0" algn="l">
              <a:buNone/>
              <a:defRPr sz="2205">
                <a:solidFill>
                  <a:schemeClr val="tx1">
                    <a:lumMod val="50000"/>
                    <a:lumOff val="50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noProof="1"/>
              <a:t>Click to edit Master text styles</a:t>
            </a:r>
          </a:p>
        </p:txBody>
      </p:sp>
      <p:sp>
        <p:nvSpPr>
          <p:cNvPr id="4" name="Date Placeholder 3">
            <a:extLst>
              <a:ext uri="{FF2B5EF4-FFF2-40B4-BE49-F238E27FC236}">
                <a16:creationId xmlns:a16="http://schemas.microsoft.com/office/drawing/2014/main" id="{459C38C2-F414-1B14-CD58-FA8567B9BAAF}"/>
              </a:ext>
            </a:extLst>
          </p:cNvPr>
          <p:cNvSpPr>
            <a:spLocks noGrp="1"/>
          </p:cNvSpPr>
          <p:nvPr>
            <p:ph type="dt" sz="half" idx="10"/>
          </p:nvPr>
        </p:nvSpPr>
        <p:spPr/>
        <p:txBody>
          <a:bodyPr/>
          <a:lstStyle>
            <a:lvl1pPr>
              <a:defRPr/>
            </a:lvl1pPr>
          </a:lstStyle>
          <a:p>
            <a:pPr>
              <a:defRPr/>
            </a:pPr>
            <a:fld id="{26606D9D-993B-4E59-962A-9EE465C6C558}" type="datetimeFigureOut">
              <a:rPr lang="en-US"/>
              <a:pPr>
                <a:defRPr/>
              </a:pPr>
              <a:t>10/10/2025</a:t>
            </a:fld>
            <a:endParaRPr lang="en-US" dirty="0"/>
          </a:p>
        </p:txBody>
      </p:sp>
      <p:sp>
        <p:nvSpPr>
          <p:cNvPr id="5" name="Footer Placeholder 4">
            <a:extLst>
              <a:ext uri="{FF2B5EF4-FFF2-40B4-BE49-F238E27FC236}">
                <a16:creationId xmlns:a16="http://schemas.microsoft.com/office/drawing/2014/main" id="{2F3BB961-354C-BB32-57C0-7FE64D54568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4FA482F-8A9A-7BEA-D5E4-61719CF82DD3}"/>
              </a:ext>
            </a:extLst>
          </p:cNvPr>
          <p:cNvSpPr>
            <a:spLocks noGrp="1"/>
          </p:cNvSpPr>
          <p:nvPr>
            <p:ph type="sldNum" sz="quarter" idx="12"/>
          </p:nvPr>
        </p:nvSpPr>
        <p:spPr/>
        <p:txBody>
          <a:bodyPr/>
          <a:lstStyle>
            <a:lvl1pPr>
              <a:defRPr/>
            </a:lvl1pPr>
          </a:lstStyle>
          <a:p>
            <a:pPr>
              <a:defRPr/>
            </a:pPr>
            <a:fld id="{EE5405F8-4CAA-40AC-AD56-D5EB57D5ADEF}" type="slidenum">
              <a:rPr lang="en-US" altLang="zh-CN"/>
              <a:pPr>
                <a:defRPr/>
              </a:pPr>
              <a:t>‹#›</a:t>
            </a:fld>
            <a:endParaRPr lang="en-US" altLang="zh-CN"/>
          </a:p>
        </p:txBody>
      </p:sp>
    </p:spTree>
    <p:extLst>
      <p:ext uri="{BB962C8B-B14F-4D97-AF65-F5344CB8AC3E}">
        <p14:creationId xmlns:p14="http://schemas.microsoft.com/office/powerpoint/2010/main" val="11352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1455937"/>
          </a:xfrm>
        </p:spPr>
        <p:txBody>
          <a:bodyPr/>
          <a:lstStyle/>
          <a:p>
            <a:r>
              <a:rPr lang="en-US" noProof="1"/>
              <a:t>Click to edit Master title style</a:t>
            </a:r>
          </a:p>
        </p:txBody>
      </p:sp>
      <p:sp>
        <p:nvSpPr>
          <p:cNvPr id="3" name="Content Placeholder 2"/>
          <p:cNvSpPr>
            <a:spLocks noGrp="1"/>
          </p:cNvSpPr>
          <p:nvPr>
            <p:ph sz="half" idx="1"/>
          </p:nvPr>
        </p:nvSpPr>
        <p:spPr>
          <a:xfrm>
            <a:off x="672042" y="2381649"/>
            <a:ext cx="3404426" cy="4277832"/>
          </a:xfrm>
        </p:spPr>
        <p:txBody>
          <a:bodyPr/>
          <a:lstStyle>
            <a:lvl1pPr>
              <a:defRPr sz="1985"/>
            </a:lvl1pPr>
            <a:lvl2pPr>
              <a:defRPr sz="1765"/>
            </a:lvl2pPr>
            <a:lvl3pPr>
              <a:defRPr sz="1545"/>
            </a:lvl3pPr>
            <a:lvl4pPr>
              <a:defRPr sz="1325"/>
            </a:lvl4pPr>
            <a:lvl5pPr>
              <a:defRPr sz="1325"/>
            </a:lvl5pPr>
            <a:lvl6pPr>
              <a:defRPr sz="1325"/>
            </a:lvl6pPr>
            <a:lvl7pPr>
              <a:defRPr sz="1325"/>
            </a:lvl7pPr>
            <a:lvl8pPr>
              <a:defRPr sz="1325"/>
            </a:lvl8pPr>
            <a:lvl9pPr>
              <a:defRPr sz="1325"/>
            </a:lvl9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Content Placeholder 3"/>
          <p:cNvSpPr>
            <a:spLocks noGrp="1"/>
          </p:cNvSpPr>
          <p:nvPr>
            <p:ph sz="half" idx="2"/>
          </p:nvPr>
        </p:nvSpPr>
        <p:spPr>
          <a:xfrm>
            <a:off x="4265529" y="2381651"/>
            <a:ext cx="3404427" cy="4277834"/>
          </a:xfrm>
        </p:spPr>
        <p:txBody>
          <a:bodyPr/>
          <a:lstStyle>
            <a:lvl1pPr>
              <a:defRPr sz="1985"/>
            </a:lvl1pPr>
            <a:lvl2pPr>
              <a:defRPr sz="1765"/>
            </a:lvl2pPr>
            <a:lvl3pPr>
              <a:defRPr sz="1545"/>
            </a:lvl3pPr>
            <a:lvl4pPr>
              <a:defRPr sz="1325"/>
            </a:lvl4pPr>
            <a:lvl5pPr>
              <a:defRPr sz="1325"/>
            </a:lvl5pPr>
            <a:lvl6pPr>
              <a:defRPr sz="1325"/>
            </a:lvl6pPr>
            <a:lvl7pPr>
              <a:defRPr sz="1325"/>
            </a:lvl7pPr>
            <a:lvl8pPr>
              <a:defRPr sz="1325"/>
            </a:lvl8pPr>
            <a:lvl9pPr>
              <a:defRPr sz="1325"/>
            </a:lvl9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5" name="Date Placeholder 3">
            <a:extLst>
              <a:ext uri="{FF2B5EF4-FFF2-40B4-BE49-F238E27FC236}">
                <a16:creationId xmlns:a16="http://schemas.microsoft.com/office/drawing/2014/main" id="{75D1FA3A-F874-0228-3B32-C8C77C30CC07}"/>
              </a:ext>
            </a:extLst>
          </p:cNvPr>
          <p:cNvSpPr>
            <a:spLocks noGrp="1"/>
          </p:cNvSpPr>
          <p:nvPr>
            <p:ph type="dt" sz="half" idx="10"/>
          </p:nvPr>
        </p:nvSpPr>
        <p:spPr/>
        <p:txBody>
          <a:bodyPr/>
          <a:lstStyle>
            <a:lvl1pPr>
              <a:defRPr/>
            </a:lvl1pPr>
          </a:lstStyle>
          <a:p>
            <a:pPr>
              <a:defRPr/>
            </a:pPr>
            <a:fld id="{6603B0E7-5300-455B-A6EF-9E0FDF81A007}" type="datetimeFigureOut">
              <a:rPr lang="en-US"/>
              <a:pPr>
                <a:defRPr/>
              </a:pPr>
              <a:t>10/10/2025</a:t>
            </a:fld>
            <a:endParaRPr lang="en-US" dirty="0"/>
          </a:p>
        </p:txBody>
      </p:sp>
      <p:sp>
        <p:nvSpPr>
          <p:cNvPr id="6" name="Footer Placeholder 4">
            <a:extLst>
              <a:ext uri="{FF2B5EF4-FFF2-40B4-BE49-F238E27FC236}">
                <a16:creationId xmlns:a16="http://schemas.microsoft.com/office/drawing/2014/main" id="{AD1F6331-1B2E-4D2D-FDB5-337A995A4A2C}"/>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ABCA6DA-D1CF-82DD-5D12-9EAA17133619}"/>
              </a:ext>
            </a:extLst>
          </p:cNvPr>
          <p:cNvSpPr>
            <a:spLocks noGrp="1"/>
          </p:cNvSpPr>
          <p:nvPr>
            <p:ph type="sldNum" sz="quarter" idx="12"/>
          </p:nvPr>
        </p:nvSpPr>
        <p:spPr/>
        <p:txBody>
          <a:bodyPr/>
          <a:lstStyle>
            <a:lvl1pPr>
              <a:defRPr/>
            </a:lvl1pPr>
          </a:lstStyle>
          <a:p>
            <a:pPr>
              <a:defRPr/>
            </a:pPr>
            <a:fld id="{5A879AC1-F496-4437-8732-5585D999F06F}" type="slidenum">
              <a:rPr lang="en-US" altLang="zh-CN"/>
              <a:pPr>
                <a:defRPr/>
              </a:pPr>
              <a:t>‹#›</a:t>
            </a:fld>
            <a:endParaRPr lang="en-US" altLang="zh-CN"/>
          </a:p>
        </p:txBody>
      </p:sp>
    </p:spTree>
    <p:extLst>
      <p:ext uri="{BB962C8B-B14F-4D97-AF65-F5344CB8AC3E}">
        <p14:creationId xmlns:p14="http://schemas.microsoft.com/office/powerpoint/2010/main" val="19268666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3" cy="1455937"/>
          </a:xfrm>
        </p:spPr>
        <p:txBody>
          <a:bodyPr/>
          <a:lstStyle>
            <a:lvl1pPr>
              <a:defRPr/>
            </a:lvl1pPr>
          </a:lstStyle>
          <a:p>
            <a:r>
              <a:rPr lang="en-US" noProof="1"/>
              <a:t>Click to edit Master title style</a:t>
            </a:r>
          </a:p>
        </p:txBody>
      </p:sp>
      <p:sp>
        <p:nvSpPr>
          <p:cNvPr id="3" name="Text Placeholder 2"/>
          <p:cNvSpPr>
            <a:spLocks noGrp="1"/>
          </p:cNvSpPr>
          <p:nvPr>
            <p:ph type="body" idx="1"/>
          </p:nvPr>
        </p:nvSpPr>
        <p:spPr>
          <a:xfrm>
            <a:off x="672041" y="2382084"/>
            <a:ext cx="3407251" cy="635222"/>
          </a:xfrm>
        </p:spPr>
        <p:txBody>
          <a:bodyPr anchor="b">
            <a:noAutofit/>
          </a:bodyPr>
          <a:lstStyle>
            <a:lvl1pPr marL="0" indent="0">
              <a:buNone/>
              <a:defRPr sz="2645" b="0"/>
            </a:lvl1pPr>
            <a:lvl2pPr marL="504190" indent="0">
              <a:buNone/>
              <a:defRPr sz="2205" b="1"/>
            </a:lvl2pPr>
            <a:lvl3pPr marL="1007745" indent="0">
              <a:buNone/>
              <a:defRPr sz="1985" b="1"/>
            </a:lvl3pPr>
            <a:lvl4pPr marL="1511935" indent="0">
              <a:buNone/>
              <a:defRPr sz="1765" b="1"/>
            </a:lvl4pPr>
            <a:lvl5pPr marL="2016125" indent="0">
              <a:buNone/>
              <a:defRPr sz="1765" b="1"/>
            </a:lvl5pPr>
            <a:lvl6pPr marL="2519680" indent="0">
              <a:buNone/>
              <a:defRPr sz="1765" b="1"/>
            </a:lvl6pPr>
            <a:lvl7pPr marL="3023870" indent="0">
              <a:buNone/>
              <a:defRPr sz="1765" b="1"/>
            </a:lvl7pPr>
            <a:lvl8pPr marL="3528060" indent="0">
              <a:buNone/>
              <a:defRPr sz="1765" b="1"/>
            </a:lvl8pPr>
            <a:lvl9pPr marL="4031615" indent="0">
              <a:buNone/>
              <a:defRPr sz="1765" b="1"/>
            </a:lvl9pPr>
          </a:lstStyle>
          <a:p>
            <a:pPr lvl="0"/>
            <a:r>
              <a:rPr lang="en-US" noProof="1"/>
              <a:t>Click to edit Master text styles</a:t>
            </a:r>
          </a:p>
        </p:txBody>
      </p:sp>
      <p:sp>
        <p:nvSpPr>
          <p:cNvPr id="4" name="Content Placeholder 3"/>
          <p:cNvSpPr>
            <a:spLocks noGrp="1"/>
          </p:cNvSpPr>
          <p:nvPr>
            <p:ph sz="half" idx="2"/>
          </p:nvPr>
        </p:nvSpPr>
        <p:spPr>
          <a:xfrm>
            <a:off x="672041" y="3017307"/>
            <a:ext cx="3407251" cy="3642177"/>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5" name="Text Placeholder 4"/>
          <p:cNvSpPr>
            <a:spLocks noGrp="1"/>
          </p:cNvSpPr>
          <p:nvPr>
            <p:ph type="body" sz="quarter" idx="3"/>
          </p:nvPr>
        </p:nvSpPr>
        <p:spPr>
          <a:xfrm>
            <a:off x="4262702" y="2382084"/>
            <a:ext cx="3407251" cy="635222"/>
          </a:xfrm>
        </p:spPr>
        <p:txBody>
          <a:bodyPr anchor="b">
            <a:noAutofit/>
          </a:bodyPr>
          <a:lstStyle>
            <a:lvl1pPr marL="0" indent="0">
              <a:buNone/>
              <a:defRPr sz="2645" b="0"/>
            </a:lvl1pPr>
            <a:lvl2pPr marL="504190" indent="0">
              <a:buNone/>
              <a:defRPr sz="2205" b="1"/>
            </a:lvl2pPr>
            <a:lvl3pPr marL="1007745" indent="0">
              <a:buNone/>
              <a:defRPr sz="1985" b="1"/>
            </a:lvl3pPr>
            <a:lvl4pPr marL="1511935" indent="0">
              <a:buNone/>
              <a:defRPr sz="1765" b="1"/>
            </a:lvl4pPr>
            <a:lvl5pPr marL="2016125" indent="0">
              <a:buNone/>
              <a:defRPr sz="1765" b="1"/>
            </a:lvl5pPr>
            <a:lvl6pPr marL="2519680" indent="0">
              <a:buNone/>
              <a:defRPr sz="1765" b="1"/>
            </a:lvl6pPr>
            <a:lvl7pPr marL="3023870" indent="0">
              <a:buNone/>
              <a:defRPr sz="1765" b="1"/>
            </a:lvl7pPr>
            <a:lvl8pPr marL="3528060" indent="0">
              <a:buNone/>
              <a:defRPr sz="1765" b="1"/>
            </a:lvl8pPr>
            <a:lvl9pPr marL="4031615" indent="0">
              <a:buNone/>
              <a:defRPr sz="1765" b="1"/>
            </a:lvl9pPr>
          </a:lstStyle>
          <a:p>
            <a:pPr lvl="0"/>
            <a:r>
              <a:rPr lang="en-US" noProof="1"/>
              <a:t>Click to edit Master text styles</a:t>
            </a:r>
          </a:p>
        </p:txBody>
      </p:sp>
      <p:sp>
        <p:nvSpPr>
          <p:cNvPr id="6" name="Content Placeholder 5"/>
          <p:cNvSpPr>
            <a:spLocks noGrp="1"/>
          </p:cNvSpPr>
          <p:nvPr>
            <p:ph sz="quarter" idx="4"/>
          </p:nvPr>
        </p:nvSpPr>
        <p:spPr>
          <a:xfrm>
            <a:off x="4262702" y="3017307"/>
            <a:ext cx="3407251" cy="3642177"/>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7" name="Date Placeholder 3">
            <a:extLst>
              <a:ext uri="{FF2B5EF4-FFF2-40B4-BE49-F238E27FC236}">
                <a16:creationId xmlns:a16="http://schemas.microsoft.com/office/drawing/2014/main" id="{F31EEDC9-E8F2-B865-8761-E3E78E663903}"/>
              </a:ext>
            </a:extLst>
          </p:cNvPr>
          <p:cNvSpPr>
            <a:spLocks noGrp="1"/>
          </p:cNvSpPr>
          <p:nvPr>
            <p:ph type="dt" sz="half" idx="10"/>
          </p:nvPr>
        </p:nvSpPr>
        <p:spPr/>
        <p:txBody>
          <a:bodyPr/>
          <a:lstStyle>
            <a:lvl1pPr>
              <a:defRPr/>
            </a:lvl1pPr>
          </a:lstStyle>
          <a:p>
            <a:pPr>
              <a:defRPr/>
            </a:pPr>
            <a:fld id="{235FC355-F922-41CF-9926-FBCA58D156C4}" type="datetimeFigureOut">
              <a:rPr lang="en-US"/>
              <a:pPr>
                <a:defRPr/>
              </a:pPr>
              <a:t>10/10/2025</a:t>
            </a:fld>
            <a:endParaRPr lang="en-US" dirty="0"/>
          </a:p>
        </p:txBody>
      </p:sp>
      <p:sp>
        <p:nvSpPr>
          <p:cNvPr id="8" name="Footer Placeholder 4">
            <a:extLst>
              <a:ext uri="{FF2B5EF4-FFF2-40B4-BE49-F238E27FC236}">
                <a16:creationId xmlns:a16="http://schemas.microsoft.com/office/drawing/2014/main" id="{6E7DA237-8377-E881-CD49-FD2DDF2B0B39}"/>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4ADE1EA9-C572-5442-2A3B-531DFA42A09F}"/>
              </a:ext>
            </a:extLst>
          </p:cNvPr>
          <p:cNvSpPr>
            <a:spLocks noGrp="1"/>
          </p:cNvSpPr>
          <p:nvPr>
            <p:ph type="sldNum" sz="quarter" idx="12"/>
          </p:nvPr>
        </p:nvSpPr>
        <p:spPr/>
        <p:txBody>
          <a:bodyPr/>
          <a:lstStyle>
            <a:lvl1pPr>
              <a:defRPr/>
            </a:lvl1pPr>
          </a:lstStyle>
          <a:p>
            <a:pPr>
              <a:defRPr/>
            </a:pPr>
            <a:fld id="{6F0786C2-6893-43E8-92C8-D09F0177F15A}" type="slidenum">
              <a:rPr lang="en-US" altLang="zh-CN"/>
              <a:pPr>
                <a:defRPr/>
              </a:pPr>
              <a:t>‹#›</a:t>
            </a:fld>
            <a:endParaRPr lang="en-US" altLang="zh-CN"/>
          </a:p>
        </p:txBody>
      </p:sp>
    </p:spTree>
    <p:extLst>
      <p:ext uri="{BB962C8B-B14F-4D97-AF65-F5344CB8AC3E}">
        <p14:creationId xmlns:p14="http://schemas.microsoft.com/office/powerpoint/2010/main" val="4145766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4" cy="1455937"/>
          </a:xfrm>
        </p:spPr>
        <p:txBody>
          <a:bodyPr/>
          <a:lstStyle/>
          <a:p>
            <a:r>
              <a:rPr lang="en-US" noProof="1"/>
              <a:t>Click to edit Master title style</a:t>
            </a:r>
          </a:p>
        </p:txBody>
      </p:sp>
      <p:sp>
        <p:nvSpPr>
          <p:cNvPr id="3" name="Date Placeholder 3">
            <a:extLst>
              <a:ext uri="{FF2B5EF4-FFF2-40B4-BE49-F238E27FC236}">
                <a16:creationId xmlns:a16="http://schemas.microsoft.com/office/drawing/2014/main" id="{B5712B80-FF6D-AE8D-E8AC-D5FFC7D9BA4E}"/>
              </a:ext>
            </a:extLst>
          </p:cNvPr>
          <p:cNvSpPr>
            <a:spLocks noGrp="1"/>
          </p:cNvSpPr>
          <p:nvPr>
            <p:ph type="dt" sz="half" idx="10"/>
          </p:nvPr>
        </p:nvSpPr>
        <p:spPr/>
        <p:txBody>
          <a:bodyPr/>
          <a:lstStyle>
            <a:lvl1pPr>
              <a:defRPr/>
            </a:lvl1pPr>
          </a:lstStyle>
          <a:p>
            <a:pPr>
              <a:defRPr/>
            </a:pPr>
            <a:fld id="{0F8BA5FE-CAAB-4EDF-9125-38C939F7246E}" type="datetimeFigureOut">
              <a:rPr lang="en-US"/>
              <a:pPr>
                <a:defRPr/>
              </a:pPr>
              <a:t>10/10/2025</a:t>
            </a:fld>
            <a:endParaRPr lang="en-US" dirty="0"/>
          </a:p>
        </p:txBody>
      </p:sp>
      <p:sp>
        <p:nvSpPr>
          <p:cNvPr id="4" name="Footer Placeholder 4">
            <a:extLst>
              <a:ext uri="{FF2B5EF4-FFF2-40B4-BE49-F238E27FC236}">
                <a16:creationId xmlns:a16="http://schemas.microsoft.com/office/drawing/2014/main" id="{639AE11D-4B17-1714-AC5A-0B08174B7EF8}"/>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C698E0E7-1860-F586-ECA5-FE25B3EA0098}"/>
              </a:ext>
            </a:extLst>
          </p:cNvPr>
          <p:cNvSpPr>
            <a:spLocks noGrp="1"/>
          </p:cNvSpPr>
          <p:nvPr>
            <p:ph type="sldNum" sz="quarter" idx="12"/>
          </p:nvPr>
        </p:nvSpPr>
        <p:spPr/>
        <p:txBody>
          <a:bodyPr/>
          <a:lstStyle>
            <a:lvl1pPr>
              <a:defRPr/>
            </a:lvl1pPr>
          </a:lstStyle>
          <a:p>
            <a:pPr>
              <a:defRPr/>
            </a:pPr>
            <a:fld id="{DBA94605-E279-4153-98B2-799D4BFCD20E}" type="slidenum">
              <a:rPr lang="en-US" altLang="zh-CN"/>
              <a:pPr>
                <a:defRPr/>
              </a:pPr>
              <a:t>‹#›</a:t>
            </a:fld>
            <a:endParaRPr lang="en-US" altLang="zh-CN"/>
          </a:p>
        </p:txBody>
      </p:sp>
    </p:spTree>
    <p:extLst>
      <p:ext uri="{BB962C8B-B14F-4D97-AF65-F5344CB8AC3E}">
        <p14:creationId xmlns:p14="http://schemas.microsoft.com/office/powerpoint/2010/main" val="2682138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A2609B96-74A7-A7EF-AED6-7746D02DA441}"/>
              </a:ext>
            </a:extLst>
          </p:cNvPr>
          <p:cNvSpPr>
            <a:spLocks noGrp="1"/>
          </p:cNvSpPr>
          <p:nvPr>
            <p:ph type="dt" sz="half" idx="10"/>
          </p:nvPr>
        </p:nvSpPr>
        <p:spPr/>
        <p:txBody>
          <a:bodyPr/>
          <a:lstStyle>
            <a:lvl1pPr>
              <a:defRPr/>
            </a:lvl1pPr>
          </a:lstStyle>
          <a:p>
            <a:pPr>
              <a:defRPr/>
            </a:pPr>
            <a:fld id="{9F29392D-E474-4654-B7B7-F029A489F466}" type="datetimeFigureOut">
              <a:rPr lang="en-US"/>
              <a:pPr>
                <a:defRPr/>
              </a:pPr>
              <a:t>10/10/2025</a:t>
            </a:fld>
            <a:endParaRPr lang="en-US" dirty="0"/>
          </a:p>
        </p:txBody>
      </p:sp>
      <p:sp>
        <p:nvSpPr>
          <p:cNvPr id="3" name="Footer Placeholder 4">
            <a:extLst>
              <a:ext uri="{FF2B5EF4-FFF2-40B4-BE49-F238E27FC236}">
                <a16:creationId xmlns:a16="http://schemas.microsoft.com/office/drawing/2014/main" id="{4E7ADD49-227C-A80C-F47B-EFC6E5B6934B}"/>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291A7AB5-5817-5AF6-4EFA-2340A735A136}"/>
              </a:ext>
            </a:extLst>
          </p:cNvPr>
          <p:cNvSpPr>
            <a:spLocks noGrp="1"/>
          </p:cNvSpPr>
          <p:nvPr>
            <p:ph type="sldNum" sz="quarter" idx="12"/>
          </p:nvPr>
        </p:nvSpPr>
        <p:spPr/>
        <p:txBody>
          <a:bodyPr/>
          <a:lstStyle>
            <a:lvl1pPr>
              <a:defRPr/>
            </a:lvl1pPr>
          </a:lstStyle>
          <a:p>
            <a:pPr>
              <a:defRPr/>
            </a:pPr>
            <a:fld id="{CB6134D6-B1B0-434B-B589-46064F8BB653}" type="slidenum">
              <a:rPr lang="en-US" altLang="zh-CN"/>
              <a:pPr>
                <a:defRPr/>
              </a:pPr>
              <a:t>‹#›</a:t>
            </a:fld>
            <a:endParaRPr lang="en-US" altLang="zh-CN"/>
          </a:p>
        </p:txBody>
      </p:sp>
    </p:spTree>
    <p:extLst>
      <p:ext uri="{BB962C8B-B14F-4D97-AF65-F5344CB8AC3E}">
        <p14:creationId xmlns:p14="http://schemas.microsoft.com/office/powerpoint/2010/main" val="3648313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1651933"/>
            <a:ext cx="3075982" cy="1409272"/>
          </a:xfrm>
        </p:spPr>
        <p:txBody>
          <a:bodyPr anchor="b"/>
          <a:lstStyle>
            <a:lvl1pPr>
              <a:defRPr sz="2205"/>
            </a:lvl1pPr>
          </a:lstStyle>
          <a:p>
            <a:r>
              <a:rPr lang="en-US" noProof="1"/>
              <a:t>Click to edit Master title style</a:t>
            </a:r>
          </a:p>
        </p:txBody>
      </p:sp>
      <p:sp>
        <p:nvSpPr>
          <p:cNvPr id="3" name="Content Placeholder 2"/>
          <p:cNvSpPr>
            <a:spLocks noGrp="1"/>
          </p:cNvSpPr>
          <p:nvPr>
            <p:ph idx="1"/>
          </p:nvPr>
        </p:nvSpPr>
        <p:spPr>
          <a:xfrm>
            <a:off x="3937083" y="567610"/>
            <a:ext cx="3732871" cy="6091873"/>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Text Placeholder 3"/>
          <p:cNvSpPr>
            <a:spLocks noGrp="1"/>
          </p:cNvSpPr>
          <p:nvPr>
            <p:ph type="body" sz="half" idx="2"/>
          </p:nvPr>
        </p:nvSpPr>
        <p:spPr>
          <a:xfrm>
            <a:off x="672041" y="3061205"/>
            <a:ext cx="3075982" cy="2848876"/>
          </a:xfrm>
        </p:spPr>
        <p:txBody>
          <a:bodyPr/>
          <a:lstStyle>
            <a:lvl1pPr marL="0" indent="0">
              <a:buNone/>
              <a:defRPr sz="1545"/>
            </a:lvl1pPr>
            <a:lvl2pPr marL="377825" indent="0">
              <a:buNone/>
              <a:defRPr sz="1155"/>
            </a:lvl2pPr>
            <a:lvl3pPr marL="755650" indent="0">
              <a:buNone/>
              <a:defRPr sz="990"/>
            </a:lvl3pPr>
            <a:lvl4pPr marL="1134110" indent="0">
              <a:buNone/>
              <a:defRPr sz="825"/>
            </a:lvl4pPr>
            <a:lvl5pPr marL="1511935" indent="0">
              <a:buNone/>
              <a:defRPr sz="825"/>
            </a:lvl5pPr>
            <a:lvl6pPr marL="1889760" indent="0">
              <a:buNone/>
              <a:defRPr sz="825"/>
            </a:lvl6pPr>
            <a:lvl7pPr marL="2267585" indent="0">
              <a:buNone/>
              <a:defRPr sz="825"/>
            </a:lvl7pPr>
            <a:lvl8pPr marL="2646045" indent="0">
              <a:buNone/>
              <a:defRPr sz="825"/>
            </a:lvl8pPr>
            <a:lvl9pPr marL="3023870" indent="0">
              <a:buNone/>
              <a:defRPr sz="825"/>
            </a:lvl9pPr>
          </a:lstStyle>
          <a:p>
            <a:pPr lvl="0"/>
            <a:r>
              <a:rPr lang="en-US" noProof="1"/>
              <a:t>Click to edit Master text styles</a:t>
            </a:r>
          </a:p>
        </p:txBody>
      </p:sp>
      <p:sp>
        <p:nvSpPr>
          <p:cNvPr id="5" name="Date Placeholder 3">
            <a:extLst>
              <a:ext uri="{FF2B5EF4-FFF2-40B4-BE49-F238E27FC236}">
                <a16:creationId xmlns:a16="http://schemas.microsoft.com/office/drawing/2014/main" id="{D8BC103B-4239-85D5-6BD9-F884EB1064E4}"/>
              </a:ext>
            </a:extLst>
          </p:cNvPr>
          <p:cNvSpPr>
            <a:spLocks noGrp="1"/>
          </p:cNvSpPr>
          <p:nvPr>
            <p:ph type="dt" sz="half" idx="10"/>
          </p:nvPr>
        </p:nvSpPr>
        <p:spPr/>
        <p:txBody>
          <a:bodyPr/>
          <a:lstStyle>
            <a:lvl1pPr>
              <a:defRPr/>
            </a:lvl1pPr>
          </a:lstStyle>
          <a:p>
            <a:pPr>
              <a:defRPr/>
            </a:pPr>
            <a:fld id="{CA942290-8972-4F88-ABE4-A684ECEFA6B6}" type="datetimeFigureOut">
              <a:rPr lang="en-US"/>
              <a:pPr>
                <a:defRPr/>
              </a:pPr>
              <a:t>10/10/2025</a:t>
            </a:fld>
            <a:endParaRPr lang="en-US" dirty="0"/>
          </a:p>
        </p:txBody>
      </p:sp>
      <p:sp>
        <p:nvSpPr>
          <p:cNvPr id="6" name="Footer Placeholder 4">
            <a:extLst>
              <a:ext uri="{FF2B5EF4-FFF2-40B4-BE49-F238E27FC236}">
                <a16:creationId xmlns:a16="http://schemas.microsoft.com/office/drawing/2014/main" id="{6C51FC4A-4703-8EBF-D683-BE24443871A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384CD7A4-1F52-94DC-9638-45C512001353}"/>
              </a:ext>
            </a:extLst>
          </p:cNvPr>
          <p:cNvSpPr>
            <a:spLocks noGrp="1"/>
          </p:cNvSpPr>
          <p:nvPr>
            <p:ph type="sldNum" sz="quarter" idx="12"/>
          </p:nvPr>
        </p:nvSpPr>
        <p:spPr/>
        <p:txBody>
          <a:bodyPr/>
          <a:lstStyle>
            <a:lvl1pPr>
              <a:defRPr/>
            </a:lvl1pPr>
          </a:lstStyle>
          <a:p>
            <a:pPr>
              <a:defRPr/>
            </a:pPr>
            <a:fld id="{E0AD6D09-3160-413B-BF46-CED60E3D42BA}" type="slidenum">
              <a:rPr lang="en-US" altLang="zh-CN"/>
              <a:pPr>
                <a:defRPr/>
              </a:pPr>
              <a:t>‹#›</a:t>
            </a:fld>
            <a:endParaRPr lang="en-US" altLang="zh-CN"/>
          </a:p>
        </p:txBody>
      </p:sp>
    </p:spTree>
    <p:extLst>
      <p:ext uri="{BB962C8B-B14F-4D97-AF65-F5344CB8AC3E}">
        <p14:creationId xmlns:p14="http://schemas.microsoft.com/office/powerpoint/2010/main" val="26044508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5291772"/>
            <a:ext cx="6997914" cy="624724"/>
          </a:xfrm>
        </p:spPr>
        <p:txBody>
          <a:bodyPr anchor="b"/>
          <a:lstStyle>
            <a:lvl1pPr algn="l">
              <a:defRPr sz="2645" b="0"/>
            </a:lvl1pPr>
          </a:lstStyle>
          <a:p>
            <a:r>
              <a:rPr lang="en-US" noProof="1"/>
              <a:t>Click to edit Master title style</a:t>
            </a:r>
          </a:p>
        </p:txBody>
      </p:sp>
      <p:sp>
        <p:nvSpPr>
          <p:cNvPr id="3" name="Picture Placeholder 2"/>
          <p:cNvSpPr>
            <a:spLocks noGrp="1" noChangeAspect="1"/>
          </p:cNvSpPr>
          <p:nvPr>
            <p:ph type="pic" idx="1"/>
          </p:nvPr>
        </p:nvSpPr>
        <p:spPr>
          <a:xfrm>
            <a:off x="672041" y="671971"/>
            <a:ext cx="6997914" cy="4239192"/>
          </a:xfrm>
        </p:spPr>
        <p:txBody>
          <a:bodyPr rtlCol="0">
            <a:normAutofit/>
          </a:bodyPr>
          <a:lstStyle>
            <a:lvl1pPr marL="0" indent="0" algn="ctr">
              <a:buNone/>
              <a:defRPr sz="1765"/>
            </a:lvl1pPr>
            <a:lvl2pPr marL="504190" indent="0">
              <a:buNone/>
              <a:defRPr sz="1765"/>
            </a:lvl2pPr>
            <a:lvl3pPr marL="1007745" indent="0">
              <a:buNone/>
              <a:defRPr sz="1765"/>
            </a:lvl3pPr>
            <a:lvl4pPr marL="1511935" indent="0">
              <a:buNone/>
              <a:defRPr sz="1765"/>
            </a:lvl4pPr>
            <a:lvl5pPr marL="2016125" indent="0">
              <a:buNone/>
              <a:defRPr sz="1765"/>
            </a:lvl5pPr>
            <a:lvl6pPr marL="2519680" indent="0">
              <a:buNone/>
              <a:defRPr sz="1765"/>
            </a:lvl6pPr>
            <a:lvl7pPr marL="3023870" indent="0">
              <a:buNone/>
              <a:defRPr sz="1765"/>
            </a:lvl7pPr>
            <a:lvl8pPr marL="3528060" indent="0">
              <a:buNone/>
              <a:defRPr sz="1765"/>
            </a:lvl8pPr>
            <a:lvl9pPr marL="4031615" indent="0">
              <a:buNone/>
              <a:defRPr sz="1765"/>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72041" y="5916496"/>
            <a:ext cx="6997914" cy="742987"/>
          </a:xfrm>
        </p:spPr>
        <p:txBody>
          <a:bodyPr/>
          <a:lstStyle>
            <a:lvl1pPr marL="0" indent="0">
              <a:buNone/>
              <a:defRPr sz="1325"/>
            </a:lvl1pPr>
            <a:lvl2pPr marL="504190" indent="0">
              <a:buNone/>
              <a:defRPr sz="1325"/>
            </a:lvl2pPr>
            <a:lvl3pPr marL="1007745" indent="0">
              <a:buNone/>
              <a:defRPr sz="1100"/>
            </a:lvl3pPr>
            <a:lvl4pPr marL="1511935" indent="0">
              <a:buNone/>
              <a:defRPr sz="990"/>
            </a:lvl4pPr>
            <a:lvl5pPr marL="2016125" indent="0">
              <a:buNone/>
              <a:defRPr sz="990"/>
            </a:lvl5pPr>
            <a:lvl6pPr marL="2519680" indent="0">
              <a:buNone/>
              <a:defRPr sz="990"/>
            </a:lvl6pPr>
            <a:lvl7pPr marL="3023870" indent="0">
              <a:buNone/>
              <a:defRPr sz="990"/>
            </a:lvl7pPr>
            <a:lvl8pPr marL="3528060" indent="0">
              <a:buNone/>
              <a:defRPr sz="990"/>
            </a:lvl8pPr>
            <a:lvl9pPr marL="4031615" indent="0">
              <a:buNone/>
              <a:defRPr sz="990"/>
            </a:lvl9pPr>
          </a:lstStyle>
          <a:p>
            <a:pPr lvl="0"/>
            <a:r>
              <a:rPr lang="en-US" noProof="1"/>
              <a:t>Click to edit Master text styles</a:t>
            </a:r>
          </a:p>
        </p:txBody>
      </p:sp>
      <p:sp>
        <p:nvSpPr>
          <p:cNvPr id="5" name="Date Placeholder 3">
            <a:extLst>
              <a:ext uri="{FF2B5EF4-FFF2-40B4-BE49-F238E27FC236}">
                <a16:creationId xmlns:a16="http://schemas.microsoft.com/office/drawing/2014/main" id="{2228C273-8706-27B7-41D7-51238FC77FAE}"/>
              </a:ext>
            </a:extLst>
          </p:cNvPr>
          <p:cNvSpPr>
            <a:spLocks noGrp="1"/>
          </p:cNvSpPr>
          <p:nvPr>
            <p:ph type="dt" sz="half" idx="10"/>
          </p:nvPr>
        </p:nvSpPr>
        <p:spPr/>
        <p:txBody>
          <a:bodyPr/>
          <a:lstStyle>
            <a:lvl1pPr>
              <a:defRPr/>
            </a:lvl1pPr>
          </a:lstStyle>
          <a:p>
            <a:pPr>
              <a:defRPr/>
            </a:pPr>
            <a:fld id="{9C4FE90A-41D4-459E-9768-85B91C478698}" type="datetimeFigureOut">
              <a:rPr lang="en-US"/>
              <a:pPr>
                <a:defRPr/>
              </a:pPr>
              <a:t>10/10/2025</a:t>
            </a:fld>
            <a:endParaRPr lang="en-US" dirty="0"/>
          </a:p>
        </p:txBody>
      </p:sp>
      <p:sp>
        <p:nvSpPr>
          <p:cNvPr id="6" name="Footer Placeholder 4">
            <a:extLst>
              <a:ext uri="{FF2B5EF4-FFF2-40B4-BE49-F238E27FC236}">
                <a16:creationId xmlns:a16="http://schemas.microsoft.com/office/drawing/2014/main" id="{B4AFB057-D3A5-1F27-96E7-A4DD4512184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D9AF22E-7527-6DAF-70A9-9F382D46C4ED}"/>
              </a:ext>
            </a:extLst>
          </p:cNvPr>
          <p:cNvSpPr>
            <a:spLocks noGrp="1"/>
          </p:cNvSpPr>
          <p:nvPr>
            <p:ph type="sldNum" sz="quarter" idx="12"/>
          </p:nvPr>
        </p:nvSpPr>
        <p:spPr/>
        <p:txBody>
          <a:bodyPr/>
          <a:lstStyle>
            <a:lvl1pPr>
              <a:defRPr/>
            </a:lvl1pPr>
          </a:lstStyle>
          <a:p>
            <a:pPr>
              <a:defRPr/>
            </a:pPr>
            <a:fld id="{C3A9FEA0-1F67-41D3-AFE7-E56F30597EAE}" type="slidenum">
              <a:rPr lang="en-US" altLang="zh-CN"/>
              <a:pPr>
                <a:defRPr/>
              </a:pPr>
              <a:t>‹#›</a:t>
            </a:fld>
            <a:endParaRPr lang="en-US" altLang="zh-CN"/>
          </a:p>
        </p:txBody>
      </p:sp>
    </p:spTree>
    <p:extLst>
      <p:ext uri="{BB962C8B-B14F-4D97-AF65-F5344CB8AC3E}">
        <p14:creationId xmlns:p14="http://schemas.microsoft.com/office/powerpoint/2010/main" val="4184915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3751839"/>
          </a:xfrm>
        </p:spPr>
        <p:txBody>
          <a:bodyPr anchor="ctr"/>
          <a:lstStyle>
            <a:lvl1pPr algn="l">
              <a:defRPr sz="4850" b="0" cap="none"/>
            </a:lvl1pPr>
          </a:lstStyle>
          <a:p>
            <a:r>
              <a:rPr lang="en-US" noProof="1"/>
              <a:t>Click to edit Master title style</a:t>
            </a:r>
          </a:p>
        </p:txBody>
      </p:sp>
      <p:sp>
        <p:nvSpPr>
          <p:cNvPr id="3" name="Text Placeholder 2"/>
          <p:cNvSpPr>
            <a:spLocks noGrp="1"/>
          </p:cNvSpPr>
          <p:nvPr>
            <p:ph type="body" idx="1"/>
          </p:nvPr>
        </p:nvSpPr>
        <p:spPr>
          <a:xfrm>
            <a:off x="672042" y="4927788"/>
            <a:ext cx="6997914" cy="1731695"/>
          </a:xfrm>
        </p:spPr>
        <p:txBody>
          <a:bodyPr anchor="ctr"/>
          <a:lstStyle>
            <a:lvl1pPr marL="0" indent="0" algn="l">
              <a:buNone/>
              <a:defRPr sz="1985">
                <a:solidFill>
                  <a:schemeClr val="tx1">
                    <a:lumMod val="75000"/>
                    <a:lumOff val="25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noProof="1"/>
              <a:t>Click to edit Master text styles</a:t>
            </a:r>
          </a:p>
        </p:txBody>
      </p:sp>
      <p:sp>
        <p:nvSpPr>
          <p:cNvPr id="4" name="Date Placeholder 3">
            <a:extLst>
              <a:ext uri="{FF2B5EF4-FFF2-40B4-BE49-F238E27FC236}">
                <a16:creationId xmlns:a16="http://schemas.microsoft.com/office/drawing/2014/main" id="{D5182AC6-FE12-81B5-4397-CF1AC243DBC7}"/>
              </a:ext>
            </a:extLst>
          </p:cNvPr>
          <p:cNvSpPr>
            <a:spLocks noGrp="1"/>
          </p:cNvSpPr>
          <p:nvPr>
            <p:ph type="dt" sz="half" idx="10"/>
          </p:nvPr>
        </p:nvSpPr>
        <p:spPr/>
        <p:txBody>
          <a:bodyPr/>
          <a:lstStyle>
            <a:lvl1pPr>
              <a:defRPr/>
            </a:lvl1pPr>
          </a:lstStyle>
          <a:p>
            <a:pPr>
              <a:defRPr/>
            </a:pPr>
            <a:fld id="{26955945-58CD-474B-9FC5-1EB447AE15CB}" type="datetimeFigureOut">
              <a:rPr lang="en-US"/>
              <a:pPr>
                <a:defRPr/>
              </a:pPr>
              <a:t>10/10/2025</a:t>
            </a:fld>
            <a:endParaRPr lang="en-US" dirty="0"/>
          </a:p>
        </p:txBody>
      </p:sp>
      <p:sp>
        <p:nvSpPr>
          <p:cNvPr id="5" name="Footer Placeholder 4">
            <a:extLst>
              <a:ext uri="{FF2B5EF4-FFF2-40B4-BE49-F238E27FC236}">
                <a16:creationId xmlns:a16="http://schemas.microsoft.com/office/drawing/2014/main" id="{5B650656-092F-6750-E8AE-823A07DC3F9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21B3E53-5DD5-24D3-4B3D-9D117526DD84}"/>
              </a:ext>
            </a:extLst>
          </p:cNvPr>
          <p:cNvSpPr>
            <a:spLocks noGrp="1"/>
          </p:cNvSpPr>
          <p:nvPr>
            <p:ph type="sldNum" sz="quarter" idx="12"/>
          </p:nvPr>
        </p:nvSpPr>
        <p:spPr/>
        <p:txBody>
          <a:bodyPr/>
          <a:lstStyle>
            <a:lvl1pPr>
              <a:defRPr/>
            </a:lvl1pPr>
          </a:lstStyle>
          <a:p>
            <a:pPr>
              <a:defRPr/>
            </a:pPr>
            <a:fld id="{2BE8997B-D760-441D-8DF7-BA73BEF20D1E}" type="slidenum">
              <a:rPr lang="en-US" altLang="zh-CN"/>
              <a:pPr>
                <a:defRPr/>
              </a:pPr>
              <a:t>‹#›</a:t>
            </a:fld>
            <a:endParaRPr lang="en-US" altLang="zh-CN"/>
          </a:p>
        </p:txBody>
      </p:sp>
    </p:spTree>
    <p:extLst>
      <p:ext uri="{BB962C8B-B14F-4D97-AF65-F5344CB8AC3E}">
        <p14:creationId xmlns:p14="http://schemas.microsoft.com/office/powerpoint/2010/main" val="804748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78C1084-91E9-5447-D42A-79504F3478FB}"/>
              </a:ext>
            </a:extLst>
          </p:cNvPr>
          <p:cNvSpPr txBox="1"/>
          <p:nvPr/>
        </p:nvSpPr>
        <p:spPr>
          <a:xfrm>
            <a:off x="531813" y="871538"/>
            <a:ext cx="504825" cy="644525"/>
          </a:xfrm>
          <a:prstGeom prst="rect">
            <a:avLst/>
          </a:prstGeom>
        </p:spPr>
        <p:txBody>
          <a:bodyPr lIns="100796" tIns="50398" rIns="100796" bIns="50398" anchor="ctr"/>
          <a:lstStyle/>
          <a:p>
            <a:pPr eaLnBrk="1" fontAlgn="auto" hangingPunct="1">
              <a:spcBef>
                <a:spcPts val="0"/>
              </a:spcBef>
              <a:spcAft>
                <a:spcPts val="0"/>
              </a:spcAft>
              <a:defRPr/>
            </a:pPr>
            <a:r>
              <a:rPr lang="en-US" sz="8820" dirty="0">
                <a:ln w="3175" cmpd="sng">
                  <a:noFill/>
                </a:ln>
                <a:solidFill>
                  <a:schemeClr val="accent1">
                    <a:lumMod val="60000"/>
                    <a:lumOff val="40000"/>
                  </a:schemeClr>
                </a:solidFill>
                <a:latin typeface="Arial" panose="020B0604020202020204"/>
              </a:rPr>
              <a:t>“</a:t>
            </a:r>
          </a:p>
        </p:txBody>
      </p:sp>
      <p:sp>
        <p:nvSpPr>
          <p:cNvPr id="5" name="TextBox 4">
            <a:extLst>
              <a:ext uri="{FF2B5EF4-FFF2-40B4-BE49-F238E27FC236}">
                <a16:creationId xmlns:a16="http://schemas.microsoft.com/office/drawing/2014/main" id="{4C6D9ADE-B092-F2B8-57A9-1F24E1A52F4C}"/>
              </a:ext>
            </a:extLst>
          </p:cNvPr>
          <p:cNvSpPr txBox="1"/>
          <p:nvPr/>
        </p:nvSpPr>
        <p:spPr>
          <a:xfrm>
            <a:off x="7439025" y="3181350"/>
            <a:ext cx="503238" cy="644525"/>
          </a:xfrm>
          <a:prstGeom prst="rect">
            <a:avLst/>
          </a:prstGeom>
        </p:spPr>
        <p:txBody>
          <a:bodyPr lIns="100796" tIns="50398" rIns="100796" bIns="50398" anchor="ctr"/>
          <a:lstStyle/>
          <a:p>
            <a:pPr eaLnBrk="1" fontAlgn="auto" hangingPunct="1">
              <a:spcBef>
                <a:spcPts val="0"/>
              </a:spcBef>
              <a:spcAft>
                <a:spcPts val="0"/>
              </a:spcAft>
              <a:defRPr/>
            </a:pPr>
            <a:r>
              <a:rPr lang="en-US" sz="8820" dirty="0">
                <a:ln w="3175" cmpd="sng">
                  <a:noFill/>
                </a:ln>
                <a:solidFill>
                  <a:schemeClr val="accent1">
                    <a:lumMod val="60000"/>
                    <a:lumOff val="40000"/>
                  </a:schemeClr>
                </a:solidFill>
                <a:latin typeface="Arial" panose="020B0604020202020204"/>
              </a:rPr>
              <a:t>”</a:t>
            </a: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noProof="1"/>
              <a:t>Click to edit Master title style</a:t>
            </a:r>
          </a:p>
        </p:txBody>
      </p:sp>
      <p:sp>
        <p:nvSpPr>
          <p:cNvPr id="23" name="Text Placeholder 9"/>
          <p:cNvSpPr>
            <a:spLocks noGrp="1"/>
          </p:cNvSpPr>
          <p:nvPr>
            <p:ph type="body" sz="quarter" idx="13"/>
          </p:nvPr>
        </p:nvSpPr>
        <p:spPr>
          <a:xfrm>
            <a:off x="1213857" y="4003828"/>
            <a:ext cx="5974958" cy="419982"/>
          </a:xfrm>
        </p:spPr>
        <p:txBody>
          <a:bodyPr anchor="ctr">
            <a:noAutofit/>
          </a:bodyPr>
          <a:lstStyle>
            <a:lvl1pPr marL="0" indent="0">
              <a:buFontTx/>
              <a:buNone/>
              <a:defRPr sz="1765">
                <a:solidFill>
                  <a:schemeClr val="tx1">
                    <a:lumMod val="50000"/>
                    <a:lumOff val="50000"/>
                  </a:schemeClr>
                </a:solidFill>
              </a:defRPr>
            </a:lvl1pPr>
            <a:lvl2pPr marL="504190" indent="0">
              <a:buFontTx/>
              <a:buNone/>
              <a:defRPr/>
            </a:lvl2pPr>
            <a:lvl3pPr marL="1007745" indent="0">
              <a:buFontTx/>
              <a:buNone/>
              <a:defRPr/>
            </a:lvl3pPr>
            <a:lvl4pPr marL="1511935" indent="0">
              <a:buFontTx/>
              <a:buNone/>
              <a:defRPr/>
            </a:lvl4pPr>
            <a:lvl5pPr marL="2016125" indent="0">
              <a:buFontTx/>
              <a:buNone/>
              <a:defRPr/>
            </a:lvl5pPr>
          </a:lstStyle>
          <a:p>
            <a:pPr lvl="0"/>
            <a:r>
              <a:rPr lang="en-US" noProof="1"/>
              <a:t>Click to edit Master text styles</a:t>
            </a:r>
          </a:p>
        </p:txBody>
      </p:sp>
      <p:sp>
        <p:nvSpPr>
          <p:cNvPr id="3" name="Text Placeholder 2"/>
          <p:cNvSpPr>
            <a:spLocks noGrp="1"/>
          </p:cNvSpPr>
          <p:nvPr>
            <p:ph type="body" idx="1"/>
          </p:nvPr>
        </p:nvSpPr>
        <p:spPr>
          <a:xfrm>
            <a:off x="672040" y="4927788"/>
            <a:ext cx="6997915" cy="1731695"/>
          </a:xfrm>
        </p:spPr>
        <p:txBody>
          <a:bodyPr anchor="ctr"/>
          <a:lstStyle>
            <a:lvl1pPr marL="0" indent="0" algn="l">
              <a:buNone/>
              <a:defRPr sz="1985">
                <a:solidFill>
                  <a:schemeClr val="tx1">
                    <a:lumMod val="75000"/>
                    <a:lumOff val="25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noProof="1"/>
              <a:t>Click to edit Master text styles</a:t>
            </a:r>
          </a:p>
        </p:txBody>
      </p:sp>
      <p:sp>
        <p:nvSpPr>
          <p:cNvPr id="6" name="Date Placeholder 3">
            <a:extLst>
              <a:ext uri="{FF2B5EF4-FFF2-40B4-BE49-F238E27FC236}">
                <a16:creationId xmlns:a16="http://schemas.microsoft.com/office/drawing/2014/main" id="{44AD67A0-E490-5E8E-B4DF-4173E293B214}"/>
              </a:ext>
            </a:extLst>
          </p:cNvPr>
          <p:cNvSpPr>
            <a:spLocks noGrp="1"/>
          </p:cNvSpPr>
          <p:nvPr>
            <p:ph type="dt" sz="half" idx="14"/>
          </p:nvPr>
        </p:nvSpPr>
        <p:spPr/>
        <p:txBody>
          <a:bodyPr/>
          <a:lstStyle>
            <a:lvl1pPr>
              <a:defRPr/>
            </a:lvl1pPr>
          </a:lstStyle>
          <a:p>
            <a:pPr>
              <a:defRPr/>
            </a:pPr>
            <a:fld id="{B122F9F7-9FBF-452D-83EA-0DE36933A1C0}" type="datetimeFigureOut">
              <a:rPr lang="en-US"/>
              <a:pPr>
                <a:defRPr/>
              </a:pPr>
              <a:t>10/10/2025</a:t>
            </a:fld>
            <a:endParaRPr lang="en-US" dirty="0"/>
          </a:p>
        </p:txBody>
      </p:sp>
      <p:sp>
        <p:nvSpPr>
          <p:cNvPr id="7" name="Footer Placeholder 4">
            <a:extLst>
              <a:ext uri="{FF2B5EF4-FFF2-40B4-BE49-F238E27FC236}">
                <a16:creationId xmlns:a16="http://schemas.microsoft.com/office/drawing/2014/main" id="{46A39B8F-3853-D071-B8CD-A933E54E2998}"/>
              </a:ext>
            </a:extLst>
          </p:cNvPr>
          <p:cNvSpPr>
            <a:spLocks noGrp="1"/>
          </p:cNvSpPr>
          <p:nvPr>
            <p:ph type="ftr" sz="quarter" idx="15"/>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DF2210C9-59E2-B55A-19EE-9BE13CAC726B}"/>
              </a:ext>
            </a:extLst>
          </p:cNvPr>
          <p:cNvSpPr>
            <a:spLocks noGrp="1"/>
          </p:cNvSpPr>
          <p:nvPr>
            <p:ph type="sldNum" sz="quarter" idx="16"/>
          </p:nvPr>
        </p:nvSpPr>
        <p:spPr/>
        <p:txBody>
          <a:bodyPr/>
          <a:lstStyle>
            <a:lvl1pPr>
              <a:defRPr smtClean="0"/>
            </a:lvl1pPr>
          </a:lstStyle>
          <a:p>
            <a:pPr>
              <a:defRPr/>
            </a:pPr>
            <a:fld id="{7F8C52DA-F38C-48FF-9A9B-21804BCE26C7}" type="slidenum">
              <a:rPr lang="en-US" altLang="zh-CN"/>
              <a:pPr>
                <a:defRPr/>
              </a:pPr>
              <a:t>‹#›</a:t>
            </a:fld>
            <a:endParaRPr lang="en-US" altLang="zh-CN"/>
          </a:p>
        </p:txBody>
      </p:sp>
    </p:spTree>
    <p:extLst>
      <p:ext uri="{BB962C8B-B14F-4D97-AF65-F5344CB8AC3E}">
        <p14:creationId xmlns:p14="http://schemas.microsoft.com/office/powerpoint/2010/main" val="12670824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2040" y="2129659"/>
            <a:ext cx="6997915" cy="2861014"/>
          </a:xfrm>
        </p:spPr>
        <p:txBody>
          <a:bodyPr anchor="b"/>
          <a:lstStyle>
            <a:lvl1pPr algn="l">
              <a:defRPr sz="4850" b="0" cap="none"/>
            </a:lvl1pPr>
          </a:lstStyle>
          <a:p>
            <a:r>
              <a:rPr lang="en-US" noProof="1"/>
              <a:t>Click to edit Master title style</a:t>
            </a:r>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5">
                <a:solidFill>
                  <a:schemeClr val="tx1">
                    <a:lumMod val="75000"/>
                    <a:lumOff val="25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noProof="1"/>
              <a:t>Click to edit Master text styles</a:t>
            </a:r>
          </a:p>
        </p:txBody>
      </p:sp>
      <p:sp>
        <p:nvSpPr>
          <p:cNvPr id="4" name="Date Placeholder 3">
            <a:extLst>
              <a:ext uri="{FF2B5EF4-FFF2-40B4-BE49-F238E27FC236}">
                <a16:creationId xmlns:a16="http://schemas.microsoft.com/office/drawing/2014/main" id="{76AB44F3-365D-362E-AC56-1AA37EB35284}"/>
              </a:ext>
            </a:extLst>
          </p:cNvPr>
          <p:cNvSpPr>
            <a:spLocks noGrp="1"/>
          </p:cNvSpPr>
          <p:nvPr>
            <p:ph type="dt" sz="half" idx="10"/>
          </p:nvPr>
        </p:nvSpPr>
        <p:spPr/>
        <p:txBody>
          <a:bodyPr/>
          <a:lstStyle>
            <a:lvl1pPr>
              <a:defRPr/>
            </a:lvl1pPr>
          </a:lstStyle>
          <a:p>
            <a:pPr>
              <a:defRPr/>
            </a:pPr>
            <a:fld id="{64627E87-BD91-41FA-ADD1-20F3679551BC}" type="datetimeFigureOut">
              <a:rPr lang="en-US"/>
              <a:pPr>
                <a:defRPr/>
              </a:pPr>
              <a:t>10/10/2025</a:t>
            </a:fld>
            <a:endParaRPr lang="en-US" dirty="0"/>
          </a:p>
        </p:txBody>
      </p:sp>
      <p:sp>
        <p:nvSpPr>
          <p:cNvPr id="5" name="Footer Placeholder 4">
            <a:extLst>
              <a:ext uri="{FF2B5EF4-FFF2-40B4-BE49-F238E27FC236}">
                <a16:creationId xmlns:a16="http://schemas.microsoft.com/office/drawing/2014/main" id="{7211E6DE-D9DD-FD11-4D72-BC3ECC631B8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46DEF01-8DBA-0670-CCE3-E358C7E68B92}"/>
              </a:ext>
            </a:extLst>
          </p:cNvPr>
          <p:cNvSpPr>
            <a:spLocks noGrp="1"/>
          </p:cNvSpPr>
          <p:nvPr>
            <p:ph type="sldNum" sz="quarter" idx="12"/>
          </p:nvPr>
        </p:nvSpPr>
        <p:spPr/>
        <p:txBody>
          <a:bodyPr/>
          <a:lstStyle>
            <a:lvl1pPr>
              <a:defRPr/>
            </a:lvl1pPr>
          </a:lstStyle>
          <a:p>
            <a:pPr>
              <a:defRPr/>
            </a:pPr>
            <a:fld id="{8E75FDE4-903D-4D34-957E-4265C9397397}" type="slidenum">
              <a:rPr lang="en-US" altLang="zh-CN"/>
              <a:pPr>
                <a:defRPr/>
              </a:pPr>
              <a:t>‹#›</a:t>
            </a:fld>
            <a:endParaRPr lang="en-US" altLang="zh-CN"/>
          </a:p>
        </p:txBody>
      </p:sp>
    </p:spTree>
    <p:extLst>
      <p:ext uri="{BB962C8B-B14F-4D97-AF65-F5344CB8AC3E}">
        <p14:creationId xmlns:p14="http://schemas.microsoft.com/office/powerpoint/2010/main" val="35343826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731FC2-96AE-55DE-3A21-E49462C2634C}"/>
              </a:ext>
            </a:extLst>
          </p:cNvPr>
          <p:cNvSpPr txBox="1"/>
          <p:nvPr/>
        </p:nvSpPr>
        <p:spPr>
          <a:xfrm>
            <a:off x="531813" y="871538"/>
            <a:ext cx="504825" cy="644525"/>
          </a:xfrm>
          <a:prstGeom prst="rect">
            <a:avLst/>
          </a:prstGeom>
        </p:spPr>
        <p:txBody>
          <a:bodyPr lIns="100796" tIns="50398" rIns="100796" bIns="50398" anchor="ctr"/>
          <a:lstStyle/>
          <a:p>
            <a:pPr eaLnBrk="1" fontAlgn="auto" hangingPunct="1">
              <a:spcBef>
                <a:spcPts val="0"/>
              </a:spcBef>
              <a:spcAft>
                <a:spcPts val="0"/>
              </a:spcAft>
              <a:defRPr/>
            </a:pPr>
            <a:r>
              <a:rPr lang="en-US" sz="8820" dirty="0">
                <a:ln w="3175" cmpd="sng">
                  <a:noFill/>
                </a:ln>
                <a:solidFill>
                  <a:schemeClr val="accent1">
                    <a:lumMod val="60000"/>
                    <a:lumOff val="40000"/>
                  </a:schemeClr>
                </a:solidFill>
                <a:latin typeface="Arial" panose="020B0604020202020204"/>
              </a:rPr>
              <a:t>“</a:t>
            </a:r>
          </a:p>
        </p:txBody>
      </p:sp>
      <p:sp>
        <p:nvSpPr>
          <p:cNvPr id="5" name="TextBox 4">
            <a:extLst>
              <a:ext uri="{FF2B5EF4-FFF2-40B4-BE49-F238E27FC236}">
                <a16:creationId xmlns:a16="http://schemas.microsoft.com/office/drawing/2014/main" id="{018F7B5A-79C5-231E-C193-BBD9E9AA22DF}"/>
              </a:ext>
            </a:extLst>
          </p:cNvPr>
          <p:cNvSpPr txBox="1"/>
          <p:nvPr/>
        </p:nvSpPr>
        <p:spPr>
          <a:xfrm>
            <a:off x="7439025" y="3181350"/>
            <a:ext cx="503238" cy="644525"/>
          </a:xfrm>
          <a:prstGeom prst="rect">
            <a:avLst/>
          </a:prstGeom>
        </p:spPr>
        <p:txBody>
          <a:bodyPr lIns="100796" tIns="50398" rIns="100796" bIns="50398" anchor="ctr"/>
          <a:lstStyle/>
          <a:p>
            <a:pPr eaLnBrk="1" fontAlgn="auto" hangingPunct="1">
              <a:spcBef>
                <a:spcPts val="0"/>
              </a:spcBef>
              <a:spcAft>
                <a:spcPts val="0"/>
              </a:spcAft>
              <a:defRPr/>
            </a:pPr>
            <a:r>
              <a:rPr lang="en-US" sz="8820" dirty="0">
                <a:ln w="3175" cmpd="sng">
                  <a:noFill/>
                </a:ln>
                <a:solidFill>
                  <a:schemeClr val="accent1">
                    <a:lumMod val="60000"/>
                    <a:lumOff val="40000"/>
                  </a:schemeClr>
                </a:solidFill>
                <a:latin typeface="Arial" panose="020B0604020202020204"/>
              </a:rPr>
              <a:t>”</a:t>
            </a: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noProof="1"/>
              <a:t>Click to edit Master title style</a:t>
            </a:r>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5">
                <a:solidFill>
                  <a:schemeClr val="tx1">
                    <a:lumMod val="75000"/>
                    <a:lumOff val="25000"/>
                  </a:schemeClr>
                </a:solidFill>
              </a:defRPr>
            </a:lvl1pPr>
            <a:lvl2pPr marL="504190" indent="0">
              <a:buFontTx/>
              <a:buNone/>
              <a:defRPr/>
            </a:lvl2pPr>
            <a:lvl3pPr marL="1007745" indent="0">
              <a:buFontTx/>
              <a:buNone/>
              <a:defRPr/>
            </a:lvl3pPr>
            <a:lvl4pPr marL="1511935" indent="0">
              <a:buFontTx/>
              <a:buNone/>
              <a:defRPr/>
            </a:lvl4pPr>
            <a:lvl5pPr marL="2016125" indent="0">
              <a:buFontTx/>
              <a:buNone/>
              <a:defRPr/>
            </a:lvl5pPr>
          </a:lstStyle>
          <a:p>
            <a:pPr lvl="0"/>
            <a:r>
              <a:rPr lang="en-US" noProof="1"/>
              <a:t>Click to edit Master text styles</a:t>
            </a:r>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5">
                <a:solidFill>
                  <a:schemeClr val="tx1">
                    <a:lumMod val="50000"/>
                    <a:lumOff val="50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noProof="1"/>
              <a:t>Click to edit Master text styles</a:t>
            </a:r>
          </a:p>
        </p:txBody>
      </p:sp>
      <p:sp>
        <p:nvSpPr>
          <p:cNvPr id="6" name="Date Placeholder 3">
            <a:extLst>
              <a:ext uri="{FF2B5EF4-FFF2-40B4-BE49-F238E27FC236}">
                <a16:creationId xmlns:a16="http://schemas.microsoft.com/office/drawing/2014/main" id="{4E09EEF0-0B14-BD7D-FE61-A47FD96E762A}"/>
              </a:ext>
            </a:extLst>
          </p:cNvPr>
          <p:cNvSpPr>
            <a:spLocks noGrp="1"/>
          </p:cNvSpPr>
          <p:nvPr>
            <p:ph type="dt" sz="half" idx="14"/>
          </p:nvPr>
        </p:nvSpPr>
        <p:spPr/>
        <p:txBody>
          <a:bodyPr/>
          <a:lstStyle>
            <a:lvl1pPr>
              <a:defRPr/>
            </a:lvl1pPr>
          </a:lstStyle>
          <a:p>
            <a:pPr>
              <a:defRPr/>
            </a:pPr>
            <a:fld id="{DB5DA7F1-3D5A-4A97-993D-F8758F3A767C}" type="datetimeFigureOut">
              <a:rPr lang="en-US"/>
              <a:pPr>
                <a:defRPr/>
              </a:pPr>
              <a:t>10/10/2025</a:t>
            </a:fld>
            <a:endParaRPr lang="en-US" dirty="0"/>
          </a:p>
        </p:txBody>
      </p:sp>
      <p:sp>
        <p:nvSpPr>
          <p:cNvPr id="7" name="Footer Placeholder 4">
            <a:extLst>
              <a:ext uri="{FF2B5EF4-FFF2-40B4-BE49-F238E27FC236}">
                <a16:creationId xmlns:a16="http://schemas.microsoft.com/office/drawing/2014/main" id="{EF366DAA-53CB-DF80-D724-816BC83C8CDC}"/>
              </a:ext>
            </a:extLst>
          </p:cNvPr>
          <p:cNvSpPr>
            <a:spLocks noGrp="1"/>
          </p:cNvSpPr>
          <p:nvPr>
            <p:ph type="ftr" sz="quarter" idx="15"/>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5DBB6738-A4E7-583D-A950-D9A29729E969}"/>
              </a:ext>
            </a:extLst>
          </p:cNvPr>
          <p:cNvSpPr>
            <a:spLocks noGrp="1"/>
          </p:cNvSpPr>
          <p:nvPr>
            <p:ph type="sldNum" sz="quarter" idx="16"/>
          </p:nvPr>
        </p:nvSpPr>
        <p:spPr/>
        <p:txBody>
          <a:bodyPr/>
          <a:lstStyle>
            <a:lvl1pPr>
              <a:defRPr smtClean="0"/>
            </a:lvl1pPr>
          </a:lstStyle>
          <a:p>
            <a:pPr>
              <a:defRPr/>
            </a:pPr>
            <a:fld id="{9537E241-3B5D-4E6B-9840-3702DD8A3624}" type="slidenum">
              <a:rPr lang="en-US" altLang="zh-CN"/>
              <a:pPr>
                <a:defRPr/>
              </a:pPr>
              <a:t>‹#›</a:t>
            </a:fld>
            <a:endParaRPr lang="en-US" altLang="zh-CN"/>
          </a:p>
        </p:txBody>
      </p:sp>
    </p:spTree>
    <p:extLst>
      <p:ext uri="{BB962C8B-B14F-4D97-AF65-F5344CB8AC3E}">
        <p14:creationId xmlns:p14="http://schemas.microsoft.com/office/powerpoint/2010/main" val="36739146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78930" y="671971"/>
            <a:ext cx="6991025" cy="3331857"/>
          </a:xfrm>
        </p:spPr>
        <p:txBody>
          <a:bodyPr anchor="ctr"/>
          <a:lstStyle>
            <a:lvl1pPr algn="l">
              <a:defRPr sz="4850" b="0" cap="none"/>
            </a:lvl1pPr>
          </a:lstStyle>
          <a:p>
            <a:r>
              <a:rPr lang="en-US" noProof="1"/>
              <a:t>Click to edit Master title style</a:t>
            </a:r>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5">
                <a:solidFill>
                  <a:schemeClr val="accent1"/>
                </a:solidFill>
              </a:defRPr>
            </a:lvl1pPr>
            <a:lvl2pPr marL="504190" indent="0">
              <a:buFontTx/>
              <a:buNone/>
              <a:defRPr/>
            </a:lvl2pPr>
            <a:lvl3pPr marL="1007745" indent="0">
              <a:buFontTx/>
              <a:buNone/>
              <a:defRPr/>
            </a:lvl3pPr>
            <a:lvl4pPr marL="1511935" indent="0">
              <a:buFontTx/>
              <a:buNone/>
              <a:defRPr/>
            </a:lvl4pPr>
            <a:lvl5pPr marL="2016125" indent="0">
              <a:buFontTx/>
              <a:buNone/>
              <a:defRPr/>
            </a:lvl5pPr>
          </a:lstStyle>
          <a:p>
            <a:pPr lvl="0"/>
            <a:r>
              <a:rPr lang="en-US" noProof="1"/>
              <a:t>Click to edit Master text styles</a:t>
            </a:r>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5">
                <a:solidFill>
                  <a:schemeClr val="tx1">
                    <a:lumMod val="50000"/>
                    <a:lumOff val="50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noProof="1"/>
              <a:t>Click to edit Master text styles</a:t>
            </a:r>
          </a:p>
        </p:txBody>
      </p:sp>
      <p:sp>
        <p:nvSpPr>
          <p:cNvPr id="4" name="Date Placeholder 3">
            <a:extLst>
              <a:ext uri="{FF2B5EF4-FFF2-40B4-BE49-F238E27FC236}">
                <a16:creationId xmlns:a16="http://schemas.microsoft.com/office/drawing/2014/main" id="{B6AE6625-3404-38E9-078F-395243E51B11}"/>
              </a:ext>
            </a:extLst>
          </p:cNvPr>
          <p:cNvSpPr>
            <a:spLocks noGrp="1"/>
          </p:cNvSpPr>
          <p:nvPr>
            <p:ph type="dt" sz="half" idx="14"/>
          </p:nvPr>
        </p:nvSpPr>
        <p:spPr/>
        <p:txBody>
          <a:bodyPr/>
          <a:lstStyle>
            <a:lvl1pPr>
              <a:defRPr/>
            </a:lvl1pPr>
          </a:lstStyle>
          <a:p>
            <a:pPr>
              <a:defRPr/>
            </a:pPr>
            <a:fld id="{C141A76E-1DAF-44D9-9419-BADE376CEF3C}" type="datetimeFigureOut">
              <a:rPr lang="en-US"/>
              <a:pPr>
                <a:defRPr/>
              </a:pPr>
              <a:t>10/10/2025</a:t>
            </a:fld>
            <a:endParaRPr lang="en-US" dirty="0"/>
          </a:p>
        </p:txBody>
      </p:sp>
      <p:sp>
        <p:nvSpPr>
          <p:cNvPr id="5" name="Footer Placeholder 4">
            <a:extLst>
              <a:ext uri="{FF2B5EF4-FFF2-40B4-BE49-F238E27FC236}">
                <a16:creationId xmlns:a16="http://schemas.microsoft.com/office/drawing/2014/main" id="{9768AC3F-15E4-8604-BF42-BE905D281D1C}"/>
              </a:ext>
            </a:extLst>
          </p:cNvPr>
          <p:cNvSpPr>
            <a:spLocks noGrp="1"/>
          </p:cNvSpPr>
          <p:nvPr>
            <p:ph type="ftr" sz="quarter" idx="15"/>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35BC727-22DF-2A1B-1EF4-F1E5A5A51E3F}"/>
              </a:ext>
            </a:extLst>
          </p:cNvPr>
          <p:cNvSpPr>
            <a:spLocks noGrp="1"/>
          </p:cNvSpPr>
          <p:nvPr>
            <p:ph type="sldNum" sz="quarter" idx="16"/>
          </p:nvPr>
        </p:nvSpPr>
        <p:spPr/>
        <p:txBody>
          <a:bodyPr/>
          <a:lstStyle>
            <a:lvl1pPr>
              <a:defRPr/>
            </a:lvl1pPr>
          </a:lstStyle>
          <a:p>
            <a:pPr>
              <a:defRPr/>
            </a:pPr>
            <a:fld id="{2D719606-2578-4FBF-ABD4-C996B2532596}" type="slidenum">
              <a:rPr lang="en-US" altLang="zh-CN"/>
              <a:pPr>
                <a:defRPr/>
              </a:pPr>
              <a:t>‹#›</a:t>
            </a:fld>
            <a:endParaRPr lang="en-US" altLang="zh-CN"/>
          </a:p>
        </p:txBody>
      </p:sp>
    </p:spTree>
    <p:extLst>
      <p:ext uri="{BB962C8B-B14F-4D97-AF65-F5344CB8AC3E}">
        <p14:creationId xmlns:p14="http://schemas.microsoft.com/office/powerpoint/2010/main" val="8239577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p>
        </p:txBody>
      </p:sp>
      <p:sp>
        <p:nvSpPr>
          <p:cNvPr id="3" name="Vertical Text Placeholder 2"/>
          <p:cNvSpPr>
            <a:spLocks noGrp="1"/>
          </p:cNvSpPr>
          <p:nvPr>
            <p:ph type="body" orient="vert" idx="1"/>
          </p:nvPr>
        </p:nvSpPr>
        <p:spPr/>
        <p:txBody>
          <a:bodyPr vert="eaVert"/>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Date Placeholder 3">
            <a:extLst>
              <a:ext uri="{FF2B5EF4-FFF2-40B4-BE49-F238E27FC236}">
                <a16:creationId xmlns:a16="http://schemas.microsoft.com/office/drawing/2014/main" id="{DB28BDFA-689D-6048-815C-66DF6531A081}"/>
              </a:ext>
            </a:extLst>
          </p:cNvPr>
          <p:cNvSpPr>
            <a:spLocks noGrp="1"/>
          </p:cNvSpPr>
          <p:nvPr>
            <p:ph type="dt" sz="half" idx="10"/>
          </p:nvPr>
        </p:nvSpPr>
        <p:spPr/>
        <p:txBody>
          <a:bodyPr/>
          <a:lstStyle>
            <a:lvl1pPr>
              <a:defRPr/>
            </a:lvl1pPr>
          </a:lstStyle>
          <a:p>
            <a:pPr>
              <a:defRPr/>
            </a:pPr>
            <a:fld id="{534EB1C0-045E-46D1-8316-39409D53D869}" type="datetimeFigureOut">
              <a:rPr lang="en-US"/>
              <a:pPr>
                <a:defRPr/>
              </a:pPr>
              <a:t>10/10/2025</a:t>
            </a:fld>
            <a:endParaRPr lang="en-US" dirty="0"/>
          </a:p>
        </p:txBody>
      </p:sp>
      <p:sp>
        <p:nvSpPr>
          <p:cNvPr id="5" name="Footer Placeholder 4">
            <a:extLst>
              <a:ext uri="{FF2B5EF4-FFF2-40B4-BE49-F238E27FC236}">
                <a16:creationId xmlns:a16="http://schemas.microsoft.com/office/drawing/2014/main" id="{E9C23EC6-5EFC-35A8-F2F7-C7A08D5D2E8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570C628-F7DE-5688-5558-43935689097F}"/>
              </a:ext>
            </a:extLst>
          </p:cNvPr>
          <p:cNvSpPr>
            <a:spLocks noGrp="1"/>
          </p:cNvSpPr>
          <p:nvPr>
            <p:ph type="sldNum" sz="quarter" idx="12"/>
          </p:nvPr>
        </p:nvSpPr>
        <p:spPr/>
        <p:txBody>
          <a:bodyPr/>
          <a:lstStyle>
            <a:lvl1pPr>
              <a:defRPr/>
            </a:lvl1pPr>
          </a:lstStyle>
          <a:p>
            <a:pPr>
              <a:defRPr/>
            </a:pPr>
            <a:fld id="{356307FE-0AF0-4EA6-9D05-B346E0A07321}" type="slidenum">
              <a:rPr lang="en-US" altLang="zh-CN"/>
              <a:pPr>
                <a:defRPr/>
              </a:pPr>
              <a:t>‹#›</a:t>
            </a:fld>
            <a:endParaRPr lang="en-US" altLang="zh-CN"/>
          </a:p>
        </p:txBody>
      </p:sp>
    </p:spTree>
    <p:extLst>
      <p:ext uri="{BB962C8B-B14F-4D97-AF65-F5344CB8AC3E}">
        <p14:creationId xmlns:p14="http://schemas.microsoft.com/office/powerpoint/2010/main" val="20534399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9572" y="671972"/>
            <a:ext cx="1079072" cy="5788752"/>
          </a:xfrm>
        </p:spPr>
        <p:txBody>
          <a:bodyPr vert="eaVert" anchor="ctr"/>
          <a:lstStyle/>
          <a:p>
            <a:r>
              <a:rPr lang="en-US" noProof="1"/>
              <a:t>Click to edit Master title style</a:t>
            </a:r>
          </a:p>
        </p:txBody>
      </p:sp>
      <p:sp>
        <p:nvSpPr>
          <p:cNvPr id="3" name="Vertical Text Placeholder 2"/>
          <p:cNvSpPr>
            <a:spLocks noGrp="1"/>
          </p:cNvSpPr>
          <p:nvPr>
            <p:ph type="body" orient="vert" idx="1"/>
          </p:nvPr>
        </p:nvSpPr>
        <p:spPr>
          <a:xfrm>
            <a:off x="672041" y="671972"/>
            <a:ext cx="5727155" cy="5788752"/>
          </a:xfrm>
        </p:spPr>
        <p:txBody>
          <a:bodyPr vert="eaVert"/>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Date Placeholder 3">
            <a:extLst>
              <a:ext uri="{FF2B5EF4-FFF2-40B4-BE49-F238E27FC236}">
                <a16:creationId xmlns:a16="http://schemas.microsoft.com/office/drawing/2014/main" id="{ABA22F6C-DBF7-F41F-C654-6DEB527CE528}"/>
              </a:ext>
            </a:extLst>
          </p:cNvPr>
          <p:cNvSpPr>
            <a:spLocks noGrp="1"/>
          </p:cNvSpPr>
          <p:nvPr>
            <p:ph type="dt" sz="half" idx="10"/>
          </p:nvPr>
        </p:nvSpPr>
        <p:spPr/>
        <p:txBody>
          <a:bodyPr/>
          <a:lstStyle>
            <a:lvl1pPr>
              <a:defRPr/>
            </a:lvl1pPr>
          </a:lstStyle>
          <a:p>
            <a:pPr>
              <a:defRPr/>
            </a:pPr>
            <a:fld id="{F8D82B46-5619-4C4C-A2B5-9CCD3C5ADDD6}" type="datetimeFigureOut">
              <a:rPr lang="en-US"/>
              <a:pPr>
                <a:defRPr/>
              </a:pPr>
              <a:t>10/10/2025</a:t>
            </a:fld>
            <a:endParaRPr lang="en-US" dirty="0"/>
          </a:p>
        </p:txBody>
      </p:sp>
      <p:sp>
        <p:nvSpPr>
          <p:cNvPr id="5" name="Footer Placeholder 4">
            <a:extLst>
              <a:ext uri="{FF2B5EF4-FFF2-40B4-BE49-F238E27FC236}">
                <a16:creationId xmlns:a16="http://schemas.microsoft.com/office/drawing/2014/main" id="{C07ECD59-7A08-BC80-1C3C-E1E3A02D12C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DA0BFB9-EADB-6252-1160-10B300A3A998}"/>
              </a:ext>
            </a:extLst>
          </p:cNvPr>
          <p:cNvSpPr>
            <a:spLocks noGrp="1"/>
          </p:cNvSpPr>
          <p:nvPr>
            <p:ph type="sldNum" sz="quarter" idx="12"/>
          </p:nvPr>
        </p:nvSpPr>
        <p:spPr/>
        <p:txBody>
          <a:bodyPr/>
          <a:lstStyle>
            <a:lvl1pPr>
              <a:defRPr/>
            </a:lvl1pPr>
          </a:lstStyle>
          <a:p>
            <a:pPr>
              <a:defRPr/>
            </a:pPr>
            <a:fld id="{93812094-63DC-40AB-B13A-E08F13D521D5}" type="slidenum">
              <a:rPr lang="en-US" altLang="zh-CN"/>
              <a:pPr>
                <a:defRPr/>
              </a:pPr>
              <a:t>‹#›</a:t>
            </a:fld>
            <a:endParaRPr lang="en-US" altLang="zh-CN"/>
          </a:p>
        </p:txBody>
      </p:sp>
    </p:spTree>
    <p:extLst>
      <p:ext uri="{BB962C8B-B14F-4D97-AF65-F5344CB8AC3E}">
        <p14:creationId xmlns:p14="http://schemas.microsoft.com/office/powerpoint/2010/main" val="2316872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grpSp>
        <p:nvGrpSpPr>
          <p:cNvPr id="1026" name="Group 16">
            <a:extLst>
              <a:ext uri="{FF2B5EF4-FFF2-40B4-BE49-F238E27FC236}">
                <a16:creationId xmlns:a16="http://schemas.microsoft.com/office/drawing/2014/main" id="{66981910-70E3-A95F-5916-E85F6C58F2B4}"/>
              </a:ext>
            </a:extLst>
          </p:cNvPr>
          <p:cNvGrpSpPr>
            <a:grpSpLocks/>
          </p:cNvGrpSpPr>
          <p:nvPr/>
        </p:nvGrpSpPr>
        <p:grpSpPr bwMode="auto">
          <a:xfrm>
            <a:off x="-9525" y="-9525"/>
            <a:ext cx="10110788" cy="7578725"/>
            <a:chOff x="-8467" y="-8468"/>
            <a:chExt cx="9171317" cy="6874935"/>
          </a:xfrm>
        </p:grpSpPr>
        <p:sp>
          <p:nvSpPr>
            <p:cNvPr id="7" name="Freeform 6">
              <a:extLst>
                <a:ext uri="{FF2B5EF4-FFF2-40B4-BE49-F238E27FC236}">
                  <a16:creationId xmlns:a16="http://schemas.microsoft.com/office/drawing/2014/main" id="{7A13DFCB-91D4-D7E8-F029-62A9A165955F}"/>
                </a:ext>
              </a:extLst>
            </p:cNvPr>
            <p:cNvSpPr/>
            <p:nvPr/>
          </p:nvSpPr>
          <p:spPr>
            <a:xfrm>
              <a:off x="-8467" y="4013672"/>
              <a:ext cx="457918" cy="2852795"/>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a:extLst>
                <a:ext uri="{FF2B5EF4-FFF2-40B4-BE49-F238E27FC236}">
                  <a16:creationId xmlns:a16="http://schemas.microsoft.com/office/drawing/2014/main" id="{3B18DB5E-4566-112F-0CEC-4A4108AB6DC5}"/>
                </a:ext>
              </a:extLst>
            </p:cNvPr>
            <p:cNvCxnSpPr/>
            <p:nvPr/>
          </p:nvCxnSpPr>
          <p:spPr>
            <a:xfrm flipV="1">
              <a:off x="5130869"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BE2FC70-C65F-3147-910A-CEB5782CC170}"/>
                </a:ext>
              </a:extLst>
            </p:cNvPr>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a:extLst>
                <a:ext uri="{FF2B5EF4-FFF2-40B4-BE49-F238E27FC236}">
                  <a16:creationId xmlns:a16="http://schemas.microsoft.com/office/drawing/2014/main" id="{8E6001F0-42FF-1D08-776C-97D0D517B6F4}"/>
                </a:ext>
              </a:extLst>
            </p:cNvPr>
            <p:cNvSpPr/>
            <p:nvPr/>
          </p:nvSpPr>
          <p:spPr>
            <a:xfrm>
              <a:off x="6891980"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a:extLst>
                <a:ext uri="{FF2B5EF4-FFF2-40B4-BE49-F238E27FC236}">
                  <a16:creationId xmlns:a16="http://schemas.microsoft.com/office/drawing/2014/main" id="{78925733-22F2-64F7-87BC-DE444F10EDE7}"/>
                </a:ext>
              </a:extLst>
            </p:cNvPr>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a:extLst>
                <a:ext uri="{FF2B5EF4-FFF2-40B4-BE49-F238E27FC236}">
                  <a16:creationId xmlns:a16="http://schemas.microsoft.com/office/drawing/2014/main" id="{218C9D7B-C45E-998D-F57F-F0C2DDDDFF62}"/>
                </a:ext>
              </a:extLst>
            </p:cNvPr>
            <p:cNvSpPr/>
            <p:nvPr/>
          </p:nvSpPr>
          <p:spPr>
            <a:xfrm>
              <a:off x="6638542" y="3920066"/>
              <a:ext cx="2512789"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a:extLst>
                <a:ext uri="{FF2B5EF4-FFF2-40B4-BE49-F238E27FC236}">
                  <a16:creationId xmlns:a16="http://schemas.microsoft.com/office/drawing/2014/main" id="{9738D44A-61BC-C33E-B7B6-2AB5EB3FD98E}"/>
                </a:ext>
              </a:extLst>
            </p:cNvPr>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a:extLst>
                <a:ext uri="{FF2B5EF4-FFF2-40B4-BE49-F238E27FC236}">
                  <a16:creationId xmlns:a16="http://schemas.microsoft.com/office/drawing/2014/main" id="{B1F56491-7B59-BB3F-5FEB-0C9314B4141F}"/>
                </a:ext>
              </a:extLst>
            </p:cNvPr>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a:extLst>
                <a:ext uri="{FF2B5EF4-FFF2-40B4-BE49-F238E27FC236}">
                  <a16:creationId xmlns:a16="http://schemas.microsoft.com/office/drawing/2014/main" id="{5C33E57C-7959-7595-B68D-F23886331B3A}"/>
                </a:ext>
              </a:extLst>
            </p:cNvPr>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a:extLst>
                <a:ext uri="{FF2B5EF4-FFF2-40B4-BE49-F238E27FC236}">
                  <a16:creationId xmlns:a16="http://schemas.microsoft.com/office/drawing/2014/main" id="{1009FC27-FCCD-8174-644A-7C1AF219F835}"/>
                </a:ext>
              </a:extLst>
            </p:cNvPr>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1027" name="Title Placeholder 1">
            <a:extLst>
              <a:ext uri="{FF2B5EF4-FFF2-40B4-BE49-F238E27FC236}">
                <a16:creationId xmlns:a16="http://schemas.microsoft.com/office/drawing/2014/main" id="{878ED21E-D596-B0E6-D33D-215853597746}"/>
              </a:ext>
            </a:extLst>
          </p:cNvPr>
          <p:cNvSpPr>
            <a:spLocks noGrp="1" noChangeArrowheads="1"/>
          </p:cNvSpPr>
          <p:nvPr>
            <p:ph type="title" idx="4294967295"/>
          </p:nvPr>
        </p:nvSpPr>
        <p:spPr bwMode="auto">
          <a:xfrm>
            <a:off x="671513" y="671513"/>
            <a:ext cx="6997700" cy="145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8" name="Text Placeholder 2">
            <a:extLst>
              <a:ext uri="{FF2B5EF4-FFF2-40B4-BE49-F238E27FC236}">
                <a16:creationId xmlns:a16="http://schemas.microsoft.com/office/drawing/2014/main" id="{76104741-9EFF-2D02-6A2F-097D6EE84679}"/>
              </a:ext>
            </a:extLst>
          </p:cNvPr>
          <p:cNvSpPr>
            <a:spLocks noGrp="1" noChangeArrowheads="1"/>
          </p:cNvSpPr>
          <p:nvPr>
            <p:ph type="body" idx="4294967295"/>
          </p:nvPr>
        </p:nvSpPr>
        <p:spPr bwMode="auto">
          <a:xfrm>
            <a:off x="671513" y="2381250"/>
            <a:ext cx="699770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18C0468C-0780-C193-0F8F-694439B3D281}"/>
              </a:ext>
            </a:extLst>
          </p:cNvPr>
          <p:cNvSpPr>
            <a:spLocks noGrp="1"/>
          </p:cNvSpPr>
          <p:nvPr>
            <p:ph type="dt" sz="half" idx="2"/>
          </p:nvPr>
        </p:nvSpPr>
        <p:spPr>
          <a:xfrm>
            <a:off x="5959475" y="6659563"/>
            <a:ext cx="754063" cy="401637"/>
          </a:xfrm>
          <a:prstGeom prst="rect">
            <a:avLst/>
          </a:prstGeom>
        </p:spPr>
        <p:txBody>
          <a:bodyPr vert="horz" lIns="91440" tIns="45720" rIns="91440" bIns="45720" rtlCol="0" anchor="ctr"/>
          <a:lstStyle>
            <a:lvl1pPr algn="r" eaLnBrk="1" fontAlgn="auto" hangingPunct="1">
              <a:spcBef>
                <a:spcPts val="0"/>
              </a:spcBef>
              <a:spcAft>
                <a:spcPts val="0"/>
              </a:spcAft>
              <a:defRPr sz="990">
                <a:solidFill>
                  <a:schemeClr val="tx1">
                    <a:tint val="75000"/>
                  </a:schemeClr>
                </a:solidFill>
                <a:latin typeface="+mn-lt"/>
              </a:defRPr>
            </a:lvl1pPr>
          </a:lstStyle>
          <a:p>
            <a:pPr>
              <a:defRPr/>
            </a:pPr>
            <a:fld id="{A169CF16-37A5-48B0-8E6D-F70695FBC432}" type="datetimeFigureOut">
              <a:rPr lang="en-US"/>
              <a:pPr>
                <a:defRPr/>
              </a:pPr>
              <a:t>10/10/2025</a:t>
            </a:fld>
            <a:endParaRPr lang="en-US" dirty="0"/>
          </a:p>
        </p:txBody>
      </p:sp>
      <p:sp>
        <p:nvSpPr>
          <p:cNvPr id="5" name="Footer Placeholder 4">
            <a:extLst>
              <a:ext uri="{FF2B5EF4-FFF2-40B4-BE49-F238E27FC236}">
                <a16:creationId xmlns:a16="http://schemas.microsoft.com/office/drawing/2014/main" id="{4B8259DE-1564-C842-BC37-14749E80167A}"/>
              </a:ext>
            </a:extLst>
          </p:cNvPr>
          <p:cNvSpPr>
            <a:spLocks noGrp="1"/>
          </p:cNvSpPr>
          <p:nvPr>
            <p:ph type="ftr" sz="quarter" idx="3"/>
          </p:nvPr>
        </p:nvSpPr>
        <p:spPr>
          <a:xfrm>
            <a:off x="671513" y="6659563"/>
            <a:ext cx="5097462" cy="401637"/>
          </a:xfrm>
          <a:prstGeom prst="rect">
            <a:avLst/>
          </a:prstGeom>
        </p:spPr>
        <p:txBody>
          <a:bodyPr vert="horz" lIns="91440" tIns="45720" rIns="91440" bIns="45720" rtlCol="0" anchor="ctr"/>
          <a:lstStyle>
            <a:lvl1pPr algn="l" eaLnBrk="1" fontAlgn="auto" hangingPunct="1">
              <a:spcBef>
                <a:spcPts val="0"/>
              </a:spcBef>
              <a:spcAft>
                <a:spcPts val="0"/>
              </a:spcAft>
              <a:defRPr sz="99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8CB413C2-8246-5F76-58B6-B89D38A2236A}"/>
              </a:ext>
            </a:extLst>
          </p:cNvPr>
          <p:cNvSpPr>
            <a:spLocks noGrp="1"/>
          </p:cNvSpPr>
          <p:nvPr>
            <p:ph type="sldNum" sz="quarter" idx="4"/>
          </p:nvPr>
        </p:nvSpPr>
        <p:spPr>
          <a:xfrm>
            <a:off x="7104063" y="6659563"/>
            <a:ext cx="565150" cy="401637"/>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smtClean="0">
                <a:solidFill>
                  <a:schemeClr val="accent1"/>
                </a:solidFill>
                <a:ea typeface="SimSun" panose="02010600030101010101" pitchFamily="2" charset="-122"/>
              </a:defRPr>
            </a:lvl1pPr>
          </a:lstStyle>
          <a:p>
            <a:pPr>
              <a:defRPr/>
            </a:pPr>
            <a:fld id="{C6D158DB-D4B5-4C52-B22A-B071548E4AA7}"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94"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5" r:id="rId11"/>
    <p:sldLayoutId id="2147483690" r:id="rId12"/>
    <p:sldLayoutId id="2147483696" r:id="rId13"/>
    <p:sldLayoutId id="2147483691" r:id="rId14"/>
    <p:sldLayoutId id="2147483692" r:id="rId15"/>
    <p:sldLayoutId id="2147483693" r:id="rId16"/>
  </p:sldLayoutIdLst>
  <p:txStyles>
    <p:titleStyle>
      <a:lvl1pPr algn="l" defTabSz="503238" rtl="0" eaLnBrk="0" fontAlgn="base" hangingPunct="0">
        <a:spcBef>
          <a:spcPct val="0"/>
        </a:spcBef>
        <a:spcAft>
          <a:spcPct val="0"/>
        </a:spcAft>
        <a:defRPr sz="3900" kern="1200">
          <a:solidFill>
            <a:schemeClr val="accent1"/>
          </a:solidFill>
          <a:latin typeface="+mj-lt"/>
          <a:ea typeface="+mj-ea"/>
          <a:cs typeface="+mj-cs"/>
        </a:defRPr>
      </a:lvl1pPr>
      <a:lvl2pPr algn="l" defTabSz="503238" rtl="0" eaLnBrk="0" fontAlgn="base" hangingPunct="0">
        <a:spcBef>
          <a:spcPct val="0"/>
        </a:spcBef>
        <a:spcAft>
          <a:spcPct val="0"/>
        </a:spcAft>
        <a:defRPr sz="3900">
          <a:solidFill>
            <a:schemeClr val="accent1"/>
          </a:solidFill>
          <a:latin typeface="Trebuchet MS" panose="020B0603020202020204" pitchFamily="34" charset="0"/>
        </a:defRPr>
      </a:lvl2pPr>
      <a:lvl3pPr algn="l" defTabSz="503238" rtl="0" eaLnBrk="0" fontAlgn="base" hangingPunct="0">
        <a:spcBef>
          <a:spcPct val="0"/>
        </a:spcBef>
        <a:spcAft>
          <a:spcPct val="0"/>
        </a:spcAft>
        <a:defRPr sz="3900">
          <a:solidFill>
            <a:schemeClr val="accent1"/>
          </a:solidFill>
          <a:latin typeface="Trebuchet MS" panose="020B0603020202020204" pitchFamily="34" charset="0"/>
        </a:defRPr>
      </a:lvl3pPr>
      <a:lvl4pPr algn="l" defTabSz="503238" rtl="0" eaLnBrk="0" fontAlgn="base" hangingPunct="0">
        <a:spcBef>
          <a:spcPct val="0"/>
        </a:spcBef>
        <a:spcAft>
          <a:spcPct val="0"/>
        </a:spcAft>
        <a:defRPr sz="3900">
          <a:solidFill>
            <a:schemeClr val="accent1"/>
          </a:solidFill>
          <a:latin typeface="Trebuchet MS" panose="020B0603020202020204" pitchFamily="34" charset="0"/>
        </a:defRPr>
      </a:lvl4pPr>
      <a:lvl5pPr algn="l" defTabSz="503238" rtl="0" eaLnBrk="0" fontAlgn="base" hangingPunct="0">
        <a:spcBef>
          <a:spcPct val="0"/>
        </a:spcBef>
        <a:spcAft>
          <a:spcPct val="0"/>
        </a:spcAft>
        <a:defRPr sz="3900">
          <a:solidFill>
            <a:schemeClr val="accent1"/>
          </a:solidFill>
          <a:latin typeface="Trebuchet MS" panose="020B0603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mn-lt"/>
          <a:ea typeface="+mn-ea"/>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700" kern="1200">
          <a:solidFill>
            <a:srgbClr val="404040"/>
          </a:solidFill>
          <a:latin typeface="+mn-lt"/>
          <a:ea typeface="+mn-ea"/>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500" kern="1200">
          <a:solidFill>
            <a:srgbClr val="404040"/>
          </a:solidFill>
          <a:latin typeface="+mn-lt"/>
          <a:ea typeface="+mn-ea"/>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300" kern="1200">
          <a:solidFill>
            <a:srgbClr val="404040"/>
          </a:solidFill>
          <a:latin typeface="+mn-lt"/>
          <a:ea typeface="+mn-ea"/>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300" kern="1200">
          <a:solidFill>
            <a:srgbClr val="404040"/>
          </a:solidFill>
          <a:latin typeface="+mn-lt"/>
          <a:ea typeface="+mn-ea"/>
          <a:cs typeface="+mn-cs"/>
        </a:defRPr>
      </a:lvl5pPr>
      <a:lvl6pPr marL="2771775" indent="-252095" algn="l" defTabSz="504190" rtl="0" eaLnBrk="1" latinLnBrk="0" hangingPunct="1">
        <a:spcBef>
          <a:spcPts val="1100"/>
        </a:spcBef>
        <a:spcAft>
          <a:spcPts val="0"/>
        </a:spcAft>
        <a:buClr>
          <a:schemeClr val="accent1"/>
        </a:buClr>
        <a:buSzPct val="80000"/>
        <a:buFont typeface="Wingdings 3" pitchFamily="82" charset="2"/>
        <a:buChar char=""/>
        <a:defRPr sz="1325" kern="1200">
          <a:solidFill>
            <a:schemeClr val="tx1">
              <a:lumMod val="75000"/>
              <a:lumOff val="25000"/>
            </a:schemeClr>
          </a:solidFill>
          <a:latin typeface="+mn-lt"/>
          <a:ea typeface="+mn-ea"/>
          <a:cs typeface="+mn-cs"/>
        </a:defRPr>
      </a:lvl6pPr>
      <a:lvl7pPr marL="3275965" indent="-252095" algn="l" defTabSz="504190" rtl="0" eaLnBrk="1" latinLnBrk="0" hangingPunct="1">
        <a:spcBef>
          <a:spcPts val="1100"/>
        </a:spcBef>
        <a:spcAft>
          <a:spcPts val="0"/>
        </a:spcAft>
        <a:buClr>
          <a:schemeClr val="accent1"/>
        </a:buClr>
        <a:buSzPct val="80000"/>
        <a:buFont typeface="Wingdings 3" pitchFamily="82" charset="2"/>
        <a:buChar char=""/>
        <a:defRPr sz="1325" kern="1200">
          <a:solidFill>
            <a:schemeClr val="tx1">
              <a:lumMod val="75000"/>
              <a:lumOff val="25000"/>
            </a:schemeClr>
          </a:solidFill>
          <a:latin typeface="+mn-lt"/>
          <a:ea typeface="+mn-ea"/>
          <a:cs typeface="+mn-cs"/>
        </a:defRPr>
      </a:lvl7pPr>
      <a:lvl8pPr marL="3779520" indent="-252095" algn="l" defTabSz="504190" rtl="0" eaLnBrk="1" latinLnBrk="0" hangingPunct="1">
        <a:spcBef>
          <a:spcPts val="1100"/>
        </a:spcBef>
        <a:spcAft>
          <a:spcPts val="0"/>
        </a:spcAft>
        <a:buClr>
          <a:schemeClr val="accent1"/>
        </a:buClr>
        <a:buSzPct val="80000"/>
        <a:buFont typeface="Wingdings 3" pitchFamily="82" charset="2"/>
        <a:buChar char=""/>
        <a:defRPr sz="1325" kern="1200">
          <a:solidFill>
            <a:schemeClr val="tx1">
              <a:lumMod val="75000"/>
              <a:lumOff val="25000"/>
            </a:schemeClr>
          </a:solidFill>
          <a:latin typeface="+mn-lt"/>
          <a:ea typeface="+mn-ea"/>
          <a:cs typeface="+mn-cs"/>
        </a:defRPr>
      </a:lvl8pPr>
      <a:lvl9pPr marL="4283710" indent="-252095" algn="l" defTabSz="504190" rtl="0" eaLnBrk="1" latinLnBrk="0" hangingPunct="1">
        <a:spcBef>
          <a:spcPts val="1100"/>
        </a:spcBef>
        <a:spcAft>
          <a:spcPts val="0"/>
        </a:spcAft>
        <a:buClr>
          <a:schemeClr val="accent1"/>
        </a:buClr>
        <a:buSzPct val="80000"/>
        <a:buFont typeface="Wingdings 3" pitchFamily="82" charset="2"/>
        <a:buChar char=""/>
        <a:defRPr sz="1325" kern="1200">
          <a:solidFill>
            <a:schemeClr val="tx1">
              <a:lumMod val="75000"/>
              <a:lumOff val="25000"/>
            </a:schemeClr>
          </a:solidFill>
          <a:latin typeface="+mn-lt"/>
          <a:ea typeface="+mn-ea"/>
          <a:cs typeface="+mn-cs"/>
        </a:defRPr>
      </a:lvl9pPr>
    </p:bodyStyle>
    <p:otherStyle>
      <a:defPPr>
        <a:defRPr lang="en-US"/>
      </a:defPPr>
      <a:lvl1pPr marL="0" algn="l" defTabSz="504190" rtl="0" eaLnBrk="1" latinLnBrk="0" hangingPunct="1">
        <a:defRPr sz="1985" kern="1200">
          <a:solidFill>
            <a:schemeClr val="tx1"/>
          </a:solidFill>
          <a:latin typeface="+mn-lt"/>
          <a:ea typeface="+mn-ea"/>
          <a:cs typeface="+mn-cs"/>
        </a:defRPr>
      </a:lvl1pPr>
      <a:lvl2pPr marL="504190" algn="l" defTabSz="504190" rtl="0" eaLnBrk="1" latinLnBrk="0" hangingPunct="1">
        <a:defRPr sz="1985" kern="1200">
          <a:solidFill>
            <a:schemeClr val="tx1"/>
          </a:solidFill>
          <a:latin typeface="+mn-lt"/>
          <a:ea typeface="+mn-ea"/>
          <a:cs typeface="+mn-cs"/>
        </a:defRPr>
      </a:lvl2pPr>
      <a:lvl3pPr marL="1007745" algn="l" defTabSz="504190" rtl="0" eaLnBrk="1" latinLnBrk="0" hangingPunct="1">
        <a:defRPr sz="1985" kern="1200">
          <a:solidFill>
            <a:schemeClr val="tx1"/>
          </a:solidFill>
          <a:latin typeface="+mn-lt"/>
          <a:ea typeface="+mn-ea"/>
          <a:cs typeface="+mn-cs"/>
        </a:defRPr>
      </a:lvl3pPr>
      <a:lvl4pPr marL="1511935" algn="l" defTabSz="504190" rtl="0" eaLnBrk="1" latinLnBrk="0" hangingPunct="1">
        <a:defRPr sz="1985" kern="1200">
          <a:solidFill>
            <a:schemeClr val="tx1"/>
          </a:solidFill>
          <a:latin typeface="+mn-lt"/>
          <a:ea typeface="+mn-ea"/>
          <a:cs typeface="+mn-cs"/>
        </a:defRPr>
      </a:lvl4pPr>
      <a:lvl5pPr marL="2016125" algn="l" defTabSz="504190" rtl="0" eaLnBrk="1" latinLnBrk="0" hangingPunct="1">
        <a:defRPr sz="1985" kern="1200">
          <a:solidFill>
            <a:schemeClr val="tx1"/>
          </a:solidFill>
          <a:latin typeface="+mn-lt"/>
          <a:ea typeface="+mn-ea"/>
          <a:cs typeface="+mn-cs"/>
        </a:defRPr>
      </a:lvl5pPr>
      <a:lvl6pPr marL="2519680" algn="l" defTabSz="504190" rtl="0" eaLnBrk="1" latinLnBrk="0" hangingPunct="1">
        <a:defRPr sz="1985" kern="1200">
          <a:solidFill>
            <a:schemeClr val="tx1"/>
          </a:solidFill>
          <a:latin typeface="+mn-lt"/>
          <a:ea typeface="+mn-ea"/>
          <a:cs typeface="+mn-cs"/>
        </a:defRPr>
      </a:lvl6pPr>
      <a:lvl7pPr marL="3023870" algn="l" defTabSz="504190" rtl="0" eaLnBrk="1" latinLnBrk="0" hangingPunct="1">
        <a:defRPr sz="1985" kern="1200">
          <a:solidFill>
            <a:schemeClr val="tx1"/>
          </a:solidFill>
          <a:latin typeface="+mn-lt"/>
          <a:ea typeface="+mn-ea"/>
          <a:cs typeface="+mn-cs"/>
        </a:defRPr>
      </a:lvl7pPr>
      <a:lvl8pPr marL="3528060" algn="l" defTabSz="504190" rtl="0" eaLnBrk="1" latinLnBrk="0" hangingPunct="1">
        <a:defRPr sz="1985" kern="1200">
          <a:solidFill>
            <a:schemeClr val="tx1"/>
          </a:solidFill>
          <a:latin typeface="+mn-lt"/>
          <a:ea typeface="+mn-ea"/>
          <a:cs typeface="+mn-cs"/>
        </a:defRPr>
      </a:lvl8pPr>
      <a:lvl9pPr marL="4031615" algn="l" defTabSz="504190" rtl="0" eaLnBrk="1" latinLnBrk="0" hangingPunct="1">
        <a:defRPr sz="198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a:extLst>
              <a:ext uri="{FF2B5EF4-FFF2-40B4-BE49-F238E27FC236}">
                <a16:creationId xmlns:a16="http://schemas.microsoft.com/office/drawing/2014/main" id="{C83659E5-56E6-0593-D480-0FE39EB4E97E}"/>
              </a:ext>
            </a:extLst>
          </p:cNvPr>
          <p:cNvSpPr>
            <a:spLocks noChangeArrowheads="1"/>
          </p:cNvSpPr>
          <p:nvPr/>
        </p:nvSpPr>
        <p:spPr bwMode="auto">
          <a:xfrm>
            <a:off x="503238" y="1768475"/>
            <a:ext cx="9070975" cy="5467350"/>
          </a:xfrm>
          <a:prstGeom prst="rect">
            <a:avLst/>
          </a:prstGeom>
          <a:noFill/>
          <a:ln>
            <a:noFill/>
          </a:ln>
          <a:effectLst/>
        </p:spPr>
        <p:txBody>
          <a:bodyPr lIns="0" tIns="31680" rIns="0" bIns="0" anchor="ctr"/>
          <a:lstStyle/>
          <a:p>
            <a:pPr algn="ctr">
              <a:lnSpc>
                <a:spcPct val="93000"/>
              </a:lnSpc>
              <a:buClr>
                <a:srgbClr val="000000"/>
              </a:buClr>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defRPr/>
            </a:pPr>
            <a:r>
              <a:rPr lang="en-US" sz="3200" b="1" noProof="1">
                <a:latin typeface="Times New Roman"/>
                <a:cs typeface="Times New Roman"/>
                <a:sym typeface="Times New Roman" panose="02020603050405020304" pitchFamily="16" charset="0"/>
              </a:rPr>
              <a:t>VOICERA : Realistic Speech Generation through ML</a:t>
            </a:r>
            <a:endParaRPr sz="3200" b="1" noProof="1">
              <a:latin typeface="Times New Roman" panose="02020603050405020304" pitchFamily="16" charset="0"/>
              <a:cs typeface="Times New Roman" panose="02020603050405020304" pitchFamily="16" charset="0"/>
              <a:sym typeface="Times New Roman" panose="02020603050405020304" pitchFamily="16" charset="0"/>
            </a:endParaRPr>
          </a:p>
          <a:p>
            <a:pPr algn="ctr">
              <a:lnSpc>
                <a:spcPct val="93000"/>
              </a:lnSpc>
              <a:buClr>
                <a:srgbClr val="000000"/>
              </a:buClr>
              <a:buFont typeface="Times New Roman" panose="02020603050405020304" pitchFamily="16" charset="0"/>
              <a:buNone/>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defRPr/>
            </a:pPr>
            <a:endParaRPr lang="en-IN" altLang="en-US" sz="3600" noProof="1">
              <a:solidFill>
                <a:srgbClr val="000000"/>
              </a:solidFill>
              <a:effectLst>
                <a:outerShdw blurRad="38100" dist="38100" dir="2700000">
                  <a:srgbClr val="C0C0C0"/>
                </a:outerShdw>
              </a:effectLst>
              <a:latin typeface="Times New Roman" panose="02020603050405020304" pitchFamily="16" charset="0"/>
              <a:cs typeface="Times New Roman" panose="02020603050405020304" pitchFamily="16" charset="0"/>
            </a:endParaRPr>
          </a:p>
          <a:p>
            <a:pPr algn="ctr" eaLnBrk="1" hangingPunct="1">
              <a:lnSpc>
                <a:spcPct val="93000"/>
              </a:lnSpc>
              <a:buClr>
                <a:srgbClr val="000000"/>
              </a:buClr>
              <a:buFont typeface="Times New Roman" panose="02020603050405020304" pitchFamily="16" charset="0"/>
              <a:buNone/>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defRPr/>
            </a:pPr>
            <a:r>
              <a:rPr sz="2800" b="1" noProof="1">
                <a:solidFill>
                  <a:srgbClr val="0B0F11"/>
                </a:solidFill>
                <a:latin typeface="Times New Roman"/>
                <a:cs typeface="Times New Roman"/>
                <a:sym typeface="Times New Roman" panose="02020603050405020304" pitchFamily="16" charset="0"/>
              </a:rPr>
              <a:t>Group Members   Student ID</a:t>
            </a:r>
            <a:endParaRPr sz="2800" b="1" noProof="1">
              <a:solidFill>
                <a:srgbClr val="0B0F11"/>
              </a:solidFill>
              <a:latin typeface="Times New Roman"/>
              <a:cs typeface="Times New Roman"/>
            </a:endParaRPr>
          </a:p>
          <a:p>
            <a:pPr algn="ctr">
              <a:lnSpc>
                <a:spcPct val="93000"/>
              </a:lnSpc>
              <a:buClr>
                <a:srgbClr val="000000"/>
              </a:buClr>
              <a:buFont typeface="Trebuchet MS" panose="020B0603020202020204" pitchFamily="34" charset="0"/>
              <a:buNone/>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defRPr/>
            </a:pPr>
            <a:r>
              <a:rPr sz="2800" i="1" noProof="1">
                <a:solidFill>
                  <a:srgbClr val="000000"/>
                </a:solidFill>
                <a:latin typeface="Times New Roman"/>
                <a:cs typeface="Times New Roman"/>
                <a:sym typeface="Times New Roman" panose="02020603050405020304" pitchFamily="16" charset="0"/>
              </a:rPr>
              <a:t>KAUSTUBH BHOIR -   23106066</a:t>
            </a:r>
            <a:endParaRPr sz="2800" i="1" noProof="1">
              <a:solidFill>
                <a:srgbClr val="000000"/>
              </a:solidFill>
              <a:latin typeface="Times New Roman"/>
              <a:cs typeface="Times New Roman"/>
            </a:endParaRPr>
          </a:p>
          <a:p>
            <a:pPr algn="ctr">
              <a:lnSpc>
                <a:spcPct val="93000"/>
              </a:lnSpc>
              <a:buClr>
                <a:srgbClr val="000000"/>
              </a:buClr>
              <a:buFont typeface="Trebuchet MS" panose="020B0603020202020204" pitchFamily="34" charset="0"/>
              <a:buNone/>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defRPr/>
            </a:pPr>
            <a:r>
              <a:rPr sz="2800" i="1" noProof="1">
                <a:solidFill>
                  <a:srgbClr val="000000"/>
                </a:solidFill>
                <a:latin typeface="Times New Roman"/>
                <a:cs typeface="Times New Roman"/>
                <a:sym typeface="Times New Roman" panose="02020603050405020304" pitchFamily="16" charset="0"/>
              </a:rPr>
              <a:t>VIGNESH GUNDARI - 23106008</a:t>
            </a:r>
            <a:endParaRPr sz="2800" i="1" noProof="1">
              <a:solidFill>
                <a:srgbClr val="000000"/>
              </a:solidFill>
              <a:latin typeface="Times New Roman"/>
              <a:cs typeface="Times New Roman"/>
            </a:endParaRPr>
          </a:p>
          <a:p>
            <a:pPr algn="ctr">
              <a:lnSpc>
                <a:spcPct val="93000"/>
              </a:lnSpc>
              <a:buClr>
                <a:srgbClr val="000000"/>
              </a:buClr>
              <a:buFont typeface="Trebuchet MS" panose="020B0603020202020204" pitchFamily="34" charset="0"/>
              <a:buNone/>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defRPr/>
            </a:pPr>
            <a:r>
              <a:rPr sz="2800" i="1" noProof="1">
                <a:solidFill>
                  <a:srgbClr val="000000"/>
                </a:solidFill>
                <a:latin typeface="Times New Roman"/>
                <a:cs typeface="Times New Roman"/>
                <a:sym typeface="Times New Roman" panose="02020603050405020304" pitchFamily="16" charset="0"/>
              </a:rPr>
              <a:t>VARUN BURA       </a:t>
            </a:r>
            <a:r>
              <a:rPr sz="2800" i="1" noProof="1">
                <a:latin typeface="Times New Roman"/>
                <a:cs typeface="Times New Roman"/>
                <a:sym typeface="Times New Roman" panose="02020603050405020304" pitchFamily="16" charset="0"/>
              </a:rPr>
              <a:t> </a:t>
            </a:r>
            <a:r>
              <a:rPr sz="2800" i="1" noProof="1">
                <a:solidFill>
                  <a:srgbClr val="000000"/>
                </a:solidFill>
                <a:latin typeface="Times New Roman"/>
                <a:cs typeface="Times New Roman"/>
                <a:sym typeface="Times New Roman" panose="02020603050405020304" pitchFamily="16" charset="0"/>
              </a:rPr>
              <a:t>-   23106129</a:t>
            </a:r>
            <a:endParaRPr sz="2800" i="1" noProof="1">
              <a:solidFill>
                <a:srgbClr val="000000"/>
              </a:solidFill>
              <a:latin typeface="Times New Roman"/>
              <a:cs typeface="Times New Roman"/>
            </a:endParaRPr>
          </a:p>
          <a:p>
            <a:pPr algn="ctr">
              <a:lnSpc>
                <a:spcPct val="93000"/>
              </a:lnSpc>
              <a:buClr>
                <a:srgbClr val="000000"/>
              </a:buClr>
              <a:buFont typeface="Trebuchet MS" panose="020B0603020202020204" pitchFamily="34" charset="0"/>
              <a:buNone/>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defRPr/>
            </a:pPr>
            <a:r>
              <a:rPr sz="2800" i="1" noProof="1">
                <a:solidFill>
                  <a:srgbClr val="000000"/>
                </a:solidFill>
                <a:latin typeface="Times New Roman"/>
                <a:cs typeface="Times New Roman"/>
                <a:sym typeface="Times New Roman" panose="02020603050405020304" pitchFamily="16" charset="0"/>
              </a:rPr>
              <a:t>ATHANG JADHAV  -   23106039</a:t>
            </a:r>
            <a:endParaRPr sz="2800" i="1" noProof="1">
              <a:solidFill>
                <a:srgbClr val="000000"/>
              </a:solidFill>
              <a:latin typeface="Times New Roman"/>
              <a:cs typeface="Times New Roman"/>
            </a:endParaRPr>
          </a:p>
          <a:p>
            <a:pPr algn="ctr" eaLnBrk="1" hangingPunct="1">
              <a:lnSpc>
                <a:spcPct val="93000"/>
              </a:lnSpc>
              <a:buClr>
                <a:srgbClr val="000000"/>
              </a:buClr>
              <a:buFont typeface="Times New Roman" panose="02020603050405020304" pitchFamily="16" charset="0"/>
              <a:buNone/>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defRPr/>
            </a:pPr>
            <a:endParaRPr lang="en-IN" altLang="en-US" sz="2800" b="1" noProof="1">
              <a:solidFill>
                <a:srgbClr val="000000"/>
              </a:solidFill>
              <a:effectLst>
                <a:outerShdw blurRad="38100" dist="38100" dir="2700000">
                  <a:srgbClr val="C0C0C0"/>
                </a:outerShdw>
              </a:effectLst>
              <a:latin typeface="Times New Roman" panose="02020603050405020304" pitchFamily="16" charset="0"/>
              <a:cs typeface="Times New Roman" panose="02020603050405020304" pitchFamily="16" charset="0"/>
            </a:endParaRPr>
          </a:p>
          <a:p>
            <a:pPr algn="ctr" eaLnBrk="1" hangingPunct="1">
              <a:lnSpc>
                <a:spcPct val="93000"/>
              </a:lnSpc>
              <a:buClr>
                <a:srgbClr val="000000"/>
              </a:buClr>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defRPr/>
            </a:pPr>
            <a:r>
              <a:rPr lang="en-IN" altLang="en-US" sz="28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 Guide</a:t>
            </a:r>
            <a:endParaRPr lang="en-IN" altLang="en-US" sz="2800" b="1" noProof="1">
              <a:solidFill>
                <a:srgbClr val="000000"/>
              </a:solidFill>
              <a:effectLst>
                <a:outerShdw blurRad="38100" dist="38100" dir="2700000">
                  <a:srgbClr val="C0C0C0"/>
                </a:outerShdw>
              </a:effectLst>
              <a:latin typeface="Times New Roman" panose="02020603050405020304" pitchFamily="16" charset="0"/>
              <a:cs typeface="Times New Roman" panose="02020603050405020304" pitchFamily="16" charset="0"/>
            </a:endParaRPr>
          </a:p>
          <a:p>
            <a:pPr algn="ctr">
              <a:lnSpc>
                <a:spcPct val="93000"/>
              </a:lnSpc>
              <a:buClr>
                <a:srgbClr val="000000"/>
              </a:buClr>
              <a:buFont typeface="Times New Roman" panose="02020603050405020304" pitchFamily="16" charset="0"/>
              <a:buNone/>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defRPr/>
            </a:pPr>
            <a:r>
              <a:rPr sz="3200" b="1" noProof="1">
                <a:solidFill>
                  <a:srgbClr val="0B0F11"/>
                </a:solidFill>
                <a:latin typeface="Times New Roman"/>
                <a:cs typeface="Times New Roman"/>
                <a:sym typeface="Times New Roman" panose="02020603050405020304" pitchFamily="16" charset="0"/>
              </a:rPr>
              <a:t>Prof. Yogeshwari Hardas</a:t>
            </a:r>
            <a:endParaRPr sz="3200" b="1" noProof="1">
              <a:solidFill>
                <a:srgbClr val="0B0F11"/>
              </a:solidFill>
              <a:latin typeface="Times New Roman"/>
              <a:cs typeface="Times New Roman"/>
            </a:endParaRPr>
          </a:p>
          <a:p>
            <a:pPr algn="ctr">
              <a:lnSpc>
                <a:spcPct val="93000"/>
              </a:lnSpc>
              <a:buClr>
                <a:srgbClr val="000000"/>
              </a:buClr>
              <a:buFont typeface="Times New Roman" panose="02020603050405020304" pitchFamily="16" charset="0"/>
              <a:buNone/>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defRPr/>
            </a:pPr>
            <a:endParaRPr sz="3200" b="1" noProof="1">
              <a:solidFill>
                <a:srgbClr val="0B0F11"/>
              </a:solidFill>
              <a:latin typeface="Times New Roman" panose="02020603050405020304" pitchFamily="16" charset="0"/>
              <a:ea typeface="Times New Roman" panose="02020603050405020304" pitchFamily="16" charset="0"/>
              <a:sym typeface="Times New Roman" panose="02020603050405020304" pitchFamily="16" charset="0"/>
            </a:endParaRPr>
          </a:p>
        </p:txBody>
      </p:sp>
      <p:cxnSp>
        <p:nvCxnSpPr>
          <p:cNvPr id="3" name="Straight Connector 2">
            <a:extLst>
              <a:ext uri="{FF2B5EF4-FFF2-40B4-BE49-F238E27FC236}">
                <a16:creationId xmlns:a16="http://schemas.microsoft.com/office/drawing/2014/main" id="{5736C08E-DE40-AE5C-481D-79A51CDDBD7E}"/>
              </a:ext>
            </a:extLst>
          </p:cNvPr>
          <p:cNvCxnSpPr/>
          <p:nvPr/>
        </p:nvCxnSpPr>
        <p:spPr>
          <a:xfrm>
            <a:off x="0" y="1743075"/>
            <a:ext cx="10080625" cy="0"/>
          </a:xfrm>
          <a:prstGeom prst="line">
            <a:avLst/>
          </a:prstGeom>
          <a:ln>
            <a:solidFill>
              <a:schemeClr val="tx1"/>
            </a:solidFill>
          </a:ln>
        </p:spPr>
        <p:style>
          <a:lnRef idx="3">
            <a:schemeClr val="accent1"/>
          </a:lnRef>
          <a:fillRef idx="0">
            <a:schemeClr val="accent1"/>
          </a:fillRef>
          <a:effectRef idx="2">
            <a:schemeClr val="accent1"/>
          </a:effectRef>
          <a:fontRef idx="minor">
            <a:schemeClr val="tx1"/>
          </a:fontRef>
        </p:style>
      </p:cxnSp>
      <p:pic>
        <p:nvPicPr>
          <p:cNvPr id="6148" name="Picture 3">
            <a:extLst>
              <a:ext uri="{FF2B5EF4-FFF2-40B4-BE49-F238E27FC236}">
                <a16:creationId xmlns:a16="http://schemas.microsoft.com/office/drawing/2014/main" id="{0A9972E2-8DFD-26D1-DDEF-08166DE3C6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3600" y="179388"/>
            <a:ext cx="770572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55085-1680-C862-C727-81578E8A957F}"/>
              </a:ext>
            </a:extLst>
          </p:cNvPr>
          <p:cNvSpPr>
            <a:spLocks noGrp="1"/>
          </p:cNvSpPr>
          <p:nvPr>
            <p:ph type="title"/>
          </p:nvPr>
        </p:nvSpPr>
        <p:spPr>
          <a:xfrm>
            <a:off x="648951" y="395462"/>
            <a:ext cx="6997700" cy="576063"/>
          </a:xfrm>
        </p:spPr>
        <p:txBody>
          <a:bodyPr/>
          <a:lstStyle/>
          <a:p>
            <a:pPr algn="ctr"/>
            <a:r>
              <a:rPr lang="en-US" dirty="0">
                <a:solidFill>
                  <a:schemeClr val="tx1"/>
                </a:solidFill>
              </a:rPr>
              <a:t>Outline</a:t>
            </a:r>
            <a:endParaRPr lang="en-IN" dirty="0">
              <a:solidFill>
                <a:schemeClr val="tx1"/>
              </a:solidFill>
            </a:endParaRPr>
          </a:p>
        </p:txBody>
      </p:sp>
      <p:sp>
        <p:nvSpPr>
          <p:cNvPr id="6" name="TextBox 5">
            <a:extLst>
              <a:ext uri="{FF2B5EF4-FFF2-40B4-BE49-F238E27FC236}">
                <a16:creationId xmlns:a16="http://schemas.microsoft.com/office/drawing/2014/main" id="{F86B20EF-8BC1-DA70-A3A3-96EB723D17D0}"/>
              </a:ext>
            </a:extLst>
          </p:cNvPr>
          <p:cNvSpPr txBox="1"/>
          <p:nvPr/>
        </p:nvSpPr>
        <p:spPr>
          <a:xfrm>
            <a:off x="503808" y="1259557"/>
            <a:ext cx="9073008" cy="5539978"/>
          </a:xfrm>
          <a:prstGeom prst="rect">
            <a:avLst/>
          </a:prstGeom>
          <a:noFill/>
        </p:spPr>
        <p:txBody>
          <a:bodyPr wrap="square" rtlCol="0">
            <a:spAutoFit/>
          </a:bodyPr>
          <a:lstStyle/>
          <a:p>
            <a:pPr algn="just">
              <a:lnSpc>
                <a:spcPct val="150000"/>
              </a:lnSpc>
              <a:buFont typeface="Wingdings" panose="05000000000000000000" pitchFamily="2" charset="2"/>
              <a:buChar char="§"/>
            </a:pPr>
            <a:r>
              <a:rPr lang="en-IN" altLang="en-US" sz="2800" dirty="0"/>
              <a:t>Introduction</a:t>
            </a:r>
          </a:p>
          <a:p>
            <a:pPr algn="just">
              <a:lnSpc>
                <a:spcPct val="150000"/>
              </a:lnSpc>
              <a:buFont typeface="Wingdings" panose="05000000000000000000" pitchFamily="2" charset="2"/>
              <a:buChar char="§"/>
            </a:pPr>
            <a:r>
              <a:rPr lang="en-IN" altLang="en-US" sz="2800" dirty="0"/>
              <a:t>Literature Survey </a:t>
            </a:r>
          </a:p>
          <a:p>
            <a:pPr algn="just">
              <a:lnSpc>
                <a:spcPct val="150000"/>
              </a:lnSpc>
              <a:buFont typeface="Wingdings" panose="05000000000000000000" pitchFamily="2" charset="2"/>
              <a:buChar char="§"/>
            </a:pPr>
            <a:r>
              <a:rPr lang="en-IN" altLang="en-US" sz="2800" dirty="0"/>
              <a:t>Problem statement</a:t>
            </a:r>
          </a:p>
          <a:p>
            <a:pPr algn="just">
              <a:lnSpc>
                <a:spcPct val="150000"/>
              </a:lnSpc>
              <a:buFont typeface="Wingdings" panose="05000000000000000000" pitchFamily="2" charset="2"/>
              <a:buChar char="§"/>
            </a:pPr>
            <a:r>
              <a:rPr lang="en-US" altLang="en-US" sz="2800" dirty="0"/>
              <a:t>System Design</a:t>
            </a:r>
          </a:p>
          <a:p>
            <a:pPr algn="just">
              <a:lnSpc>
                <a:spcPct val="150000"/>
              </a:lnSpc>
              <a:buFont typeface="Wingdings" panose="05000000000000000000" pitchFamily="2" charset="2"/>
              <a:buChar char="§"/>
            </a:pPr>
            <a:r>
              <a:rPr lang="en-US" altLang="en-US" sz="2800" dirty="0"/>
              <a:t>Implementation</a:t>
            </a:r>
          </a:p>
          <a:p>
            <a:pPr algn="just">
              <a:lnSpc>
                <a:spcPct val="150000"/>
              </a:lnSpc>
              <a:buFont typeface="Wingdings" panose="05000000000000000000" pitchFamily="2" charset="2"/>
              <a:buChar char="§"/>
            </a:pPr>
            <a:r>
              <a:rPr lang="en-US" altLang="en-US" sz="2800" dirty="0"/>
              <a:t>Technology Stack</a:t>
            </a:r>
          </a:p>
          <a:p>
            <a:pPr algn="just">
              <a:lnSpc>
                <a:spcPct val="150000"/>
              </a:lnSpc>
              <a:buFont typeface="Wingdings" panose="05000000000000000000" pitchFamily="2" charset="2"/>
              <a:buChar char="§"/>
            </a:pPr>
            <a:r>
              <a:rPr lang="en-US" altLang="en-US" sz="2800" dirty="0"/>
              <a:t>Conclusion and future work</a:t>
            </a:r>
          </a:p>
          <a:p>
            <a:pPr algn="just">
              <a:lnSpc>
                <a:spcPct val="150000"/>
              </a:lnSpc>
              <a:buFont typeface="Wingdings" panose="05000000000000000000" pitchFamily="2" charset="2"/>
              <a:buChar char="§"/>
            </a:pPr>
            <a:r>
              <a:rPr lang="en-IN" altLang="en-US" sz="2800" dirty="0"/>
              <a:t>References</a:t>
            </a:r>
          </a:p>
          <a:p>
            <a:endParaRPr lang="en-IN" dirty="0"/>
          </a:p>
        </p:txBody>
      </p:sp>
    </p:spTree>
    <p:extLst>
      <p:ext uri="{BB962C8B-B14F-4D97-AF65-F5344CB8AC3E}">
        <p14:creationId xmlns:p14="http://schemas.microsoft.com/office/powerpoint/2010/main" val="4065057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EA0A9595-8156-EA0A-83CA-CAED077E4F00}"/>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buSzTx/>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6" charset="0"/>
                <a:cs typeface="DejaVu Sans" charset="0"/>
              </a:rPr>
              <a:t>Introduction</a:t>
            </a:r>
          </a:p>
        </p:txBody>
      </p:sp>
      <p:sp>
        <p:nvSpPr>
          <p:cNvPr id="8195" name="Content Placeholder 2">
            <a:extLst>
              <a:ext uri="{FF2B5EF4-FFF2-40B4-BE49-F238E27FC236}">
                <a16:creationId xmlns:a16="http://schemas.microsoft.com/office/drawing/2014/main" id="{100AB164-7E7D-0B6F-EE79-60D2CB4A983D}"/>
              </a:ext>
            </a:extLst>
          </p:cNvPr>
          <p:cNvSpPr txBox="1">
            <a:spLocks noChangeArrowheads="1"/>
          </p:cNvSpPr>
          <p:nvPr/>
        </p:nvSpPr>
        <p:spPr bwMode="auto">
          <a:xfrm>
            <a:off x="503238" y="1259557"/>
            <a:ext cx="8569522" cy="5839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marL="342900" lvl="0" indent="-342900" algn="just" defTabSz="914400">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Progress</a:t>
            </a:r>
            <a:r>
              <a:rPr lang="en-US" altLang="en-US" sz="2400" dirty="0">
                <a:latin typeface="Times New Roman" panose="02020603050405020304" pitchFamily="18" charset="0"/>
                <a:cs typeface="Times New Roman" panose="02020603050405020304" pitchFamily="18" charset="0"/>
              </a:rPr>
              <a:t>: TTS evolved from rule-based → neural models with natural voices.</a:t>
            </a:r>
          </a:p>
          <a:p>
            <a:pPr marL="342900" lvl="0" indent="-342900" algn="just" defTabSz="914400">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Issues</a:t>
            </a:r>
            <a:r>
              <a:rPr lang="en-US" altLang="en-US" sz="2400" dirty="0">
                <a:latin typeface="Times New Roman" panose="02020603050405020304" pitchFamily="18" charset="0"/>
                <a:cs typeface="Times New Roman" panose="02020603050405020304" pitchFamily="18" charset="0"/>
              </a:rPr>
              <a:t>:</a:t>
            </a:r>
          </a:p>
          <a:p>
            <a:pPr marL="1085850" lvl="1" indent="-342900" algn="just" defTabSz="91440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Accessibility: Robotic, non-personalized voices for visually impaired/elderly.</a:t>
            </a:r>
          </a:p>
          <a:p>
            <a:pPr marL="1085850" lvl="1" indent="-342900" algn="just" defTabSz="91440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Personalization: Lack of voice cloning/familiar voices in assistants.</a:t>
            </a:r>
          </a:p>
          <a:p>
            <a:pPr marL="1085850" lvl="1" indent="-342900" algn="just" defTabSz="91440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Content creation: Costly/time-consuming voiceovers for e-learning, podcasts, etc.</a:t>
            </a:r>
          </a:p>
          <a:p>
            <a:pPr marL="342900" lvl="0" indent="-342900" algn="just" defTabSz="914400">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Cloud TTS limits</a:t>
            </a:r>
            <a:r>
              <a:rPr lang="en-US" altLang="en-US" sz="2400" dirty="0">
                <a:latin typeface="Times New Roman" panose="02020603050405020304" pitchFamily="18" charset="0"/>
                <a:cs typeface="Times New Roman" panose="02020603050405020304" pitchFamily="18" charset="0"/>
              </a:rPr>
              <a:t>: No short-sample cloning, expensive, online-only, low personalization.</a:t>
            </a:r>
          </a:p>
          <a:p>
            <a:pPr marL="342900" lvl="0" indent="-342900" algn="just" defTabSz="914400">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Open-source TTS limits</a:t>
            </a:r>
            <a:r>
              <a:rPr lang="en-US" altLang="en-US" sz="2400" dirty="0">
                <a:latin typeface="Times New Roman" panose="02020603050405020304" pitchFamily="18" charset="0"/>
                <a:cs typeface="Times New Roman" panose="02020603050405020304" pitchFamily="18" charset="0"/>
              </a:rPr>
              <a:t>: High expertise &amp; GPU needed, no easy interface.</a:t>
            </a:r>
          </a:p>
          <a:p>
            <a:pPr algn="just"/>
            <a:endParaRPr lang="en-US" dirty="0">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A72F1C-A3A3-A1A8-9E8C-DDDFEA859C3A}"/>
              </a:ext>
            </a:extLst>
          </p:cNvPr>
          <p:cNvSpPr txBox="1"/>
          <p:nvPr/>
        </p:nvSpPr>
        <p:spPr>
          <a:xfrm>
            <a:off x="143768" y="827509"/>
            <a:ext cx="9217024" cy="5570756"/>
          </a:xfrm>
          <a:prstGeom prst="rect">
            <a:avLst/>
          </a:prstGeom>
          <a:noFill/>
        </p:spPr>
        <p:txBody>
          <a:bodyPr wrap="square" rtlCol="0">
            <a:spAutoFit/>
          </a:bodyPr>
          <a:lstStyle/>
          <a:p>
            <a:pPr algn="just"/>
            <a:r>
              <a:rPr lang="en-IN" sz="2400" b="1" dirty="0">
                <a:latin typeface="Times New Roman" panose="02020603050405020304" pitchFamily="18" charset="0"/>
                <a:cs typeface="Times New Roman" panose="02020603050405020304" pitchFamily="18" charset="0"/>
              </a:rPr>
              <a:t>Motivation</a:t>
            </a:r>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Accessibility</a:t>
            </a:r>
            <a:r>
              <a:rPr lang="en-IN" sz="2400" dirty="0">
                <a:latin typeface="Times New Roman" panose="02020603050405020304" pitchFamily="18" charset="0"/>
                <a:cs typeface="Times New Roman" panose="02020603050405020304" pitchFamily="18" charset="0"/>
              </a:rPr>
              <a:t>: Visually impaired users struggle with robotic voices → need human-like, customizable TTS.</a:t>
            </a:r>
          </a:p>
          <a:p>
            <a:pPr algn="just"/>
            <a:r>
              <a:rPr lang="en-IN" sz="2400" b="1" dirty="0">
                <a:latin typeface="Times New Roman" panose="02020603050405020304" pitchFamily="18" charset="0"/>
                <a:cs typeface="Times New Roman" panose="02020603050405020304" pitchFamily="18" charset="0"/>
              </a:rPr>
              <a:t>Content creation</a:t>
            </a:r>
            <a:r>
              <a:rPr lang="en-IN" sz="2400" dirty="0">
                <a:latin typeface="Times New Roman" panose="02020603050405020304" pitchFamily="18" charset="0"/>
                <a:cs typeface="Times New Roman" panose="02020603050405020304" pitchFamily="18" charset="0"/>
              </a:rPr>
              <a:t>: Teachers/creators lack affordable pro voice-overs → voice cloning can help.</a:t>
            </a:r>
          </a:p>
          <a:p>
            <a:pPr algn="just"/>
            <a:r>
              <a:rPr lang="en-IN" sz="2400" b="1" dirty="0">
                <a:latin typeface="Times New Roman" panose="02020603050405020304" pitchFamily="18" charset="0"/>
                <a:cs typeface="Times New Roman" panose="02020603050405020304" pitchFamily="18" charset="0"/>
              </a:rPr>
              <a:t>Feasibility</a:t>
            </a:r>
            <a:r>
              <a:rPr lang="en-IN" sz="2400" dirty="0">
                <a:latin typeface="Times New Roman" panose="02020603050405020304" pitchFamily="18" charset="0"/>
                <a:cs typeface="Times New Roman" panose="02020603050405020304" pitchFamily="18" charset="0"/>
              </a:rPr>
              <a:t>: Open-source TTS (e.g., Coqui, transformers) makes short-sample cloning possible.</a:t>
            </a:r>
          </a:p>
          <a:p>
            <a:pPr algn="just"/>
            <a:endParaRPr lang="en-US"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Objectives</a:t>
            </a:r>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User-friendly app</a:t>
            </a:r>
            <a:r>
              <a:rPr lang="en-IN" sz="2400" dirty="0">
                <a:latin typeface="Times New Roman" panose="02020603050405020304" pitchFamily="18" charset="0"/>
                <a:cs typeface="Times New Roman" panose="02020603050405020304" pitchFamily="18" charset="0"/>
              </a:rPr>
              <a:t>: Web-based, text input + short audio for speech generation.</a:t>
            </a:r>
          </a:p>
          <a:p>
            <a:pPr algn="just"/>
            <a:r>
              <a:rPr lang="en-IN" sz="2400" b="1" dirty="0">
                <a:latin typeface="Times New Roman" panose="02020603050405020304" pitchFamily="18" charset="0"/>
                <a:cs typeface="Times New Roman" panose="02020603050405020304" pitchFamily="18" charset="0"/>
              </a:rPr>
              <a:t>Personalized TTS</a:t>
            </a:r>
            <a:r>
              <a:rPr lang="en-IN" sz="2400" dirty="0">
                <a:latin typeface="Times New Roman" panose="02020603050405020304" pitchFamily="18" charset="0"/>
                <a:cs typeface="Times New Roman" panose="02020603050405020304" pitchFamily="18" charset="0"/>
              </a:rPr>
              <a:t>: Voice cloning from 5–15 sec samples.</a:t>
            </a:r>
          </a:p>
          <a:p>
            <a:pPr algn="just"/>
            <a:r>
              <a:rPr lang="en-IN" sz="2400" b="1" dirty="0">
                <a:latin typeface="Times New Roman" panose="02020603050405020304" pitchFamily="18" charset="0"/>
                <a:cs typeface="Times New Roman" panose="02020603050405020304" pitchFamily="18" charset="0"/>
              </a:rPr>
              <a:t>Multilingual support</a:t>
            </a:r>
            <a:r>
              <a:rPr lang="en-IN" sz="2400" dirty="0">
                <a:latin typeface="Times New Roman" panose="02020603050405020304" pitchFamily="18" charset="0"/>
                <a:cs typeface="Times New Roman" panose="02020603050405020304" pitchFamily="18" charset="0"/>
              </a:rPr>
              <a:t>: Multiple languages for wider use.</a:t>
            </a:r>
          </a:p>
          <a:p>
            <a:pPr algn="just"/>
            <a:r>
              <a:rPr lang="en-IN" sz="2400" b="1" dirty="0">
                <a:latin typeface="Times New Roman" panose="02020603050405020304" pitchFamily="18" charset="0"/>
                <a:cs typeface="Times New Roman" panose="02020603050405020304" pitchFamily="18" charset="0"/>
              </a:rPr>
              <a:t>Efficiency</a:t>
            </a:r>
            <a:r>
              <a:rPr lang="en-IN" sz="2400" dirty="0">
                <a:latin typeface="Times New Roman" panose="02020603050405020304" pitchFamily="18" charset="0"/>
                <a:cs typeface="Times New Roman" panose="02020603050405020304" pitchFamily="18" charset="0"/>
              </a:rPr>
              <a:t>: Optimized for GPU and CPU setups.</a:t>
            </a: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3446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3269B-AA2E-3E93-01B1-85FA88A7DE04}"/>
              </a:ext>
            </a:extLst>
          </p:cNvPr>
          <p:cNvSpPr>
            <a:spLocks noGrp="1"/>
          </p:cNvSpPr>
          <p:nvPr>
            <p:ph type="title"/>
          </p:nvPr>
        </p:nvSpPr>
        <p:spPr>
          <a:xfrm>
            <a:off x="672041" y="671972"/>
            <a:ext cx="6997914" cy="803610"/>
          </a:xfrm>
        </p:spPr>
        <p:txBody>
          <a:bodyPr/>
          <a:lstStyle/>
          <a:p>
            <a:r>
              <a:rPr lang="en-IN" altLang="en-US" sz="4000" b="1" dirty="0">
                <a:solidFill>
                  <a:srgbClr val="000000"/>
                </a:solidFill>
                <a:effectLst>
                  <a:outerShdw blurRad="38100" dist="38100" dir="2700000" algn="tl">
                    <a:srgbClr val="000000">
                      <a:alpha val="43137"/>
                    </a:srgbClr>
                  </a:outerShdw>
                </a:effectLst>
                <a:latin typeface="Times New Roman" panose="02020603050405020304" pitchFamily="16" charset="0"/>
                <a:cs typeface="DejaVu Sans" charset="0"/>
              </a:rPr>
              <a:t>Sustainable Development Goal</a:t>
            </a:r>
            <a:br>
              <a:rPr lang="en-IN" altLang="en-US" sz="4000" b="1" dirty="0">
                <a:solidFill>
                  <a:srgbClr val="000000"/>
                </a:solidFill>
                <a:effectLst>
                  <a:outerShdw blurRad="38100" dist="38100" dir="2700000" algn="tl">
                    <a:srgbClr val="000000">
                      <a:alpha val="43137"/>
                    </a:srgbClr>
                  </a:outerShdw>
                </a:effectLst>
                <a:latin typeface="Times New Roman" panose="02020603050405020304" pitchFamily="16" charset="0"/>
                <a:cs typeface="DejaVu Sans" charset="0"/>
              </a:rPr>
            </a:br>
            <a:endParaRPr lang="en-IN" dirty="0"/>
          </a:p>
        </p:txBody>
      </p:sp>
      <p:sp>
        <p:nvSpPr>
          <p:cNvPr id="4" name="TextBox 3">
            <a:extLst>
              <a:ext uri="{FF2B5EF4-FFF2-40B4-BE49-F238E27FC236}">
                <a16:creationId xmlns:a16="http://schemas.microsoft.com/office/drawing/2014/main" id="{26ABAF8B-C958-FBB5-AEBE-618C2AD8C281}"/>
              </a:ext>
            </a:extLst>
          </p:cNvPr>
          <p:cNvSpPr txBox="1"/>
          <p:nvPr/>
        </p:nvSpPr>
        <p:spPr>
          <a:xfrm>
            <a:off x="719832" y="1763613"/>
            <a:ext cx="8208912" cy="4493538"/>
          </a:xfrm>
          <a:prstGeom prst="rect">
            <a:avLst/>
          </a:prstGeom>
          <a:noFill/>
        </p:spPr>
        <p:txBody>
          <a:bodyPr wrap="square" rtlCol="0">
            <a:spAutoFit/>
          </a:bodyPr>
          <a:lstStyle/>
          <a:p>
            <a:pPr algn="just"/>
            <a:r>
              <a:rPr lang="en-US" sz="2200" dirty="0">
                <a:latin typeface="Times New Roman" panose="02020603050405020304" pitchFamily="18" charset="0"/>
                <a:cs typeface="Times New Roman" panose="02020603050405020304" pitchFamily="18" charset="0"/>
              </a:rPr>
              <a:t>Quality education and strong infrastructure are essential pillars of sustainable development.</a:t>
            </a:r>
          </a:p>
          <a:p>
            <a:pPr marL="342900" indent="-342900" algn="just">
              <a:buFont typeface="Wingdings" panose="05000000000000000000" pitchFamily="2" charset="2"/>
              <a:buChar char="§"/>
            </a:pPr>
            <a:r>
              <a:rPr lang="en-US" sz="2200" b="1">
                <a:latin typeface="Times New Roman" panose="02020603050405020304" pitchFamily="18" charset="0"/>
                <a:cs typeface="Times New Roman" panose="02020603050405020304" pitchFamily="18" charset="0"/>
              </a:rPr>
              <a:t>SDG 4:</a:t>
            </a:r>
            <a:r>
              <a:rPr lang="en-US" sz="220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Quality Education focuses on ensuring inclusive, equitable, and lifelong learning opportunities for all. It empowers individuals, drives social mobility, and builds the foundation for innovation.</a:t>
            </a:r>
          </a:p>
          <a:p>
            <a:pPr marL="342900" indent="-342900" algn="just">
              <a:buFont typeface="Wingdings" panose="05000000000000000000" pitchFamily="2" charset="2"/>
              <a:buChar char="§"/>
            </a:pPr>
            <a:r>
              <a:rPr lang="en-US" sz="2200" b="1" dirty="0">
                <a:latin typeface="Times New Roman" panose="02020603050405020304" pitchFamily="18" charset="0"/>
                <a:cs typeface="Times New Roman" panose="02020603050405020304" pitchFamily="18" charset="0"/>
              </a:rPr>
              <a:t>SDG 9: </a:t>
            </a:r>
            <a:r>
              <a:rPr lang="en-US" sz="2200" dirty="0">
                <a:latin typeface="Times New Roman" panose="02020603050405020304" pitchFamily="18" charset="0"/>
                <a:cs typeface="Times New Roman" panose="02020603050405020304" pitchFamily="18" charset="0"/>
              </a:rPr>
              <a:t>Industry, Innovation and Infrastructure emphasizes building resilient infrastructure, promoting sustainable industrialization, and fostering innovation. These elements create jobs, boost productivity, and support technological advancement.</a:t>
            </a:r>
          </a:p>
          <a:p>
            <a:pPr algn="just"/>
            <a:r>
              <a:rPr lang="en-US" sz="2200" dirty="0">
                <a:latin typeface="Times New Roman" panose="02020603050405020304" pitchFamily="18" charset="0"/>
                <a:cs typeface="Times New Roman" panose="02020603050405020304" pitchFamily="18" charset="0"/>
              </a:rPr>
              <a:t>Together, these goals form a powerful combination: education equips people with knowledge and skills, while innovation and infrastructure provide the tools and platforms to apply them driving progress toward a sustainable future.</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0959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6BDA0CA6-737A-7E8C-10D2-9DEFDA373250}"/>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buSzTx/>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6" charset="0"/>
                <a:cs typeface="DejaVu Sans" charset="0"/>
              </a:rPr>
              <a:t>Problem Statement</a:t>
            </a:r>
          </a:p>
        </p:txBody>
      </p:sp>
      <p:sp>
        <p:nvSpPr>
          <p:cNvPr id="10243" name="Content Placeholder 2">
            <a:extLst>
              <a:ext uri="{FF2B5EF4-FFF2-40B4-BE49-F238E27FC236}">
                <a16:creationId xmlns:a16="http://schemas.microsoft.com/office/drawing/2014/main" id="{35989A86-A63B-6FBF-A6A4-6D965F243696}"/>
              </a:ext>
            </a:extLst>
          </p:cNvPr>
          <p:cNvSpPr txBox="1">
            <a:spLocks noChangeArrowheads="1"/>
          </p:cNvSpPr>
          <p:nvPr/>
        </p:nvSpPr>
        <p:spPr bwMode="auto">
          <a:xfrm>
            <a:off x="503238" y="1475581"/>
            <a:ext cx="8820150" cy="553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a:r>
              <a:rPr lang="en-IN" sz="2400" b="1" dirty="0">
                <a:latin typeface="Times New Roman" panose="02020603050405020304" pitchFamily="18" charset="0"/>
                <a:cs typeface="Times New Roman" panose="02020603050405020304" pitchFamily="18" charset="0"/>
              </a:rPr>
              <a:t>Core Problem</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Neural TTS is advanced but not accessible as simple, user-friendly web apps.</a:t>
            </a:r>
          </a:p>
          <a:p>
            <a:pPr algn="just"/>
            <a:r>
              <a:rPr lang="en-IN" sz="2400" dirty="0">
                <a:latin typeface="Times New Roman" panose="02020603050405020304" pitchFamily="18" charset="0"/>
                <a:cs typeface="Times New Roman" panose="02020603050405020304" pitchFamily="18" charset="0"/>
              </a:rPr>
              <a:t>Existing tools:</a:t>
            </a:r>
          </a:p>
          <a:p>
            <a:pPr lvl="1" algn="just"/>
            <a:r>
              <a:rPr lang="en-IN" sz="2400" dirty="0">
                <a:latin typeface="Times New Roman" panose="02020603050405020304" pitchFamily="18" charset="0"/>
                <a:cs typeface="Times New Roman" panose="02020603050405020304" pitchFamily="18" charset="0"/>
              </a:rPr>
              <a:t>Need heavy local setup + GPU.</a:t>
            </a:r>
          </a:p>
          <a:p>
            <a:pPr lvl="1" algn="just"/>
            <a:r>
              <a:rPr lang="en-IN" sz="2400" dirty="0">
                <a:latin typeface="Times New Roman" panose="02020603050405020304" pitchFamily="18" charset="0"/>
                <a:cs typeface="Times New Roman" panose="02020603050405020304" pitchFamily="18" charset="0"/>
              </a:rPr>
              <a:t>Cloud APIs = black boxes (limited control, online-only).</a:t>
            </a:r>
          </a:p>
          <a:p>
            <a:pPr lvl="1" algn="just"/>
            <a:r>
              <a:rPr lang="en-IN" sz="2400" dirty="0">
                <a:latin typeface="Times New Roman" panose="02020603050405020304" pitchFamily="18" charset="0"/>
                <a:cs typeface="Times New Roman" panose="02020603050405020304" pitchFamily="18" charset="0"/>
              </a:rPr>
              <a:t>Poor usability (no history, storage, or simple voice-cloning UI).</a:t>
            </a:r>
          </a:p>
          <a:p>
            <a:pPr lvl="1" algn="just"/>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Solution (</a:t>
            </a:r>
            <a:r>
              <a:rPr lang="en-IN" sz="2400" b="1" dirty="0" err="1">
                <a:latin typeface="Times New Roman" panose="02020603050405020304" pitchFamily="18" charset="0"/>
                <a:cs typeface="Times New Roman" panose="02020603050405020304" pitchFamily="18" charset="0"/>
              </a:rPr>
              <a:t>voice_cloner</a:t>
            </a:r>
            <a:r>
              <a:rPr lang="en-IN" sz="2400" b="1"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Self-hostable, user-authenticated web app.</a:t>
            </a:r>
          </a:p>
          <a:p>
            <a:pPr algn="just"/>
            <a:r>
              <a:rPr lang="en-IN" sz="2400" dirty="0">
                <a:latin typeface="Times New Roman" panose="02020603050405020304" pitchFamily="18" charset="0"/>
                <a:cs typeface="Times New Roman" panose="02020603050405020304" pitchFamily="18" charset="0"/>
              </a:rPr>
              <a:t>Personalized TTS with short-sample voice cloning.</a:t>
            </a:r>
          </a:p>
          <a:p>
            <a:pPr algn="just"/>
            <a:r>
              <a:rPr lang="en-IN" sz="2400" dirty="0">
                <a:latin typeface="Times New Roman" panose="02020603050405020304" pitchFamily="18" charset="0"/>
                <a:cs typeface="Times New Roman" panose="02020603050405020304" pitchFamily="18" charset="0"/>
              </a:rPr>
              <a:t>Includes storage, history, and user management.</a:t>
            </a:r>
          </a:p>
          <a:p>
            <a:pPr algn="just"/>
            <a:r>
              <a:rPr lang="en-IN" sz="2400" dirty="0">
                <a:latin typeface="Times New Roman" panose="02020603050405020304" pitchFamily="18" charset="0"/>
                <a:cs typeface="Times New Roman" panose="02020603050405020304" pitchFamily="18" charset="0"/>
              </a:rPr>
              <a:t>Developer-friendly workflow</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9F0A8E-FF3C-42A0-451D-41EE5E1FA452}"/>
              </a:ext>
            </a:extLst>
          </p:cNvPr>
          <p:cNvSpPr txBox="1"/>
          <p:nvPr/>
        </p:nvSpPr>
        <p:spPr>
          <a:xfrm>
            <a:off x="287784" y="1259557"/>
            <a:ext cx="9001000" cy="4431983"/>
          </a:xfrm>
          <a:prstGeom prst="rect">
            <a:avLst/>
          </a:prstGeom>
          <a:noFill/>
        </p:spPr>
        <p:txBody>
          <a:bodyPr wrap="square" rtlCol="0">
            <a:spAutoFit/>
          </a:bodyPr>
          <a:lstStyle/>
          <a:p>
            <a:pPr algn="just"/>
            <a:r>
              <a:rPr lang="en-US" sz="2400" b="1" dirty="0">
                <a:latin typeface="Times New Roman" panose="02020603050405020304" pitchFamily="18" charset="0"/>
                <a:cs typeface="Times New Roman" panose="02020603050405020304" pitchFamily="18" charset="0"/>
              </a:rPr>
              <a:t>Specific problems addressed</a:t>
            </a:r>
            <a:endParaRPr lang="en-US" sz="2400" dirty="0">
              <a:latin typeface="Times New Roman" panose="02020603050405020304" pitchFamily="18" charset="0"/>
              <a:cs typeface="Times New Roman" panose="02020603050405020304" pitchFamily="18" charset="0"/>
            </a:endParaRPr>
          </a:p>
          <a:p>
            <a:pPr marL="342900" lvl="0" indent="-342900" algn="just" defTabSz="914400">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Accessibility</a:t>
            </a:r>
            <a:r>
              <a:rPr lang="en-US" altLang="en-US" sz="2400" dirty="0">
                <a:latin typeface="Times New Roman" panose="02020603050405020304" pitchFamily="18" charset="0"/>
                <a:cs typeface="Times New Roman" panose="02020603050405020304" pitchFamily="18" charset="0"/>
              </a:rPr>
              <a:t>: Current demos need ML skills &amp; scripts → provide simple web UI (text + ref audio → TTS output).</a:t>
            </a:r>
          </a:p>
          <a:p>
            <a:pPr marL="342900" lvl="0" indent="-342900" algn="just" defTabSz="914400">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Personalized TTS</a:t>
            </a:r>
            <a:r>
              <a:rPr lang="en-US" altLang="en-US" sz="2400" dirty="0">
                <a:latin typeface="Times New Roman" panose="02020603050405020304" pitchFamily="18" charset="0"/>
                <a:cs typeface="Times New Roman" panose="02020603050405020304" pitchFamily="18" charset="0"/>
              </a:rPr>
              <a:t>: Long datasets impractical → enable reliable cloning from 5–15s clips.</a:t>
            </a:r>
          </a:p>
          <a:p>
            <a:pPr marL="342900" lvl="0" indent="-342900" algn="just" defTabSz="914400">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Data management</a:t>
            </a:r>
            <a:r>
              <a:rPr lang="en-US" altLang="en-US" sz="2400" dirty="0">
                <a:latin typeface="Times New Roman" panose="02020603050405020304" pitchFamily="18" charset="0"/>
                <a:cs typeface="Times New Roman" panose="02020603050405020304" pitchFamily="18" charset="0"/>
              </a:rPr>
              <a:t>: Outputs are hard to track → store files with metadata (user, text, language, timestamp, ref clip).</a:t>
            </a:r>
          </a:p>
          <a:p>
            <a:pPr marL="342900" lvl="0" indent="-342900" algn="just" defTabSz="914400">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Resource limits</a:t>
            </a:r>
            <a:r>
              <a:rPr lang="en-US" altLang="en-US" sz="2400" dirty="0">
                <a:latin typeface="Times New Roman" panose="02020603050405020304" pitchFamily="18" charset="0"/>
                <a:cs typeface="Times New Roman" panose="02020603050405020304" pitchFamily="18" charset="0"/>
              </a:rPr>
              <a:t>: TTS needs GPUs → offer CPU/small-model fallback + clear setup docs.</a:t>
            </a:r>
          </a:p>
          <a:p>
            <a:pPr marL="342900" lvl="0" indent="-342900" algn="just" defTabSz="914400">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Ethics &amp; misuse</a:t>
            </a:r>
            <a:r>
              <a:rPr lang="en-US" altLang="en-US" sz="2400" dirty="0">
                <a:latin typeface="Times New Roman" panose="02020603050405020304" pitchFamily="18" charset="0"/>
                <a:cs typeface="Times New Roman" panose="02020603050405020304" pitchFamily="18" charset="0"/>
              </a:rPr>
              <a:t>: Risk of impersonation → add consent checks, policies, watermarking/logging.</a:t>
            </a:r>
          </a:p>
          <a:p>
            <a:endParaRPr lang="en-IN" dirty="0"/>
          </a:p>
        </p:txBody>
      </p:sp>
    </p:spTree>
    <p:extLst>
      <p:ext uri="{BB962C8B-B14F-4D97-AF65-F5344CB8AC3E}">
        <p14:creationId xmlns:p14="http://schemas.microsoft.com/office/powerpoint/2010/main" val="28133398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9230E-56AA-BE83-A8D9-EF1ABDE63B21}"/>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6E12A54-DE21-5BA9-269A-1D7CD1DFCDA2}"/>
              </a:ext>
            </a:extLst>
          </p:cNvPr>
          <p:cNvGraphicFramePr>
            <a:graphicFrameLocks noGrp="1"/>
          </p:cNvGraphicFramePr>
          <p:nvPr>
            <p:ph idx="1"/>
            <p:extLst>
              <p:ext uri="{D42A27DB-BD31-4B8C-83A1-F6EECF244321}">
                <p14:modId xmlns:p14="http://schemas.microsoft.com/office/powerpoint/2010/main" val="3528288100"/>
              </p:ext>
            </p:extLst>
          </p:nvPr>
        </p:nvGraphicFramePr>
        <p:xfrm>
          <a:off x="545660" y="1244738"/>
          <a:ext cx="8963449" cy="5866325"/>
        </p:xfrm>
        <a:graphic>
          <a:graphicData uri="http://schemas.openxmlformats.org/drawingml/2006/table">
            <a:tbl>
              <a:tblPr firstRow="1" bandRow="1">
                <a:tableStyleId>{5C22544A-7EE6-4342-B048-85BDC9FD1C3A}</a:tableStyleId>
              </a:tblPr>
              <a:tblGrid>
                <a:gridCol w="1792690">
                  <a:extLst>
                    <a:ext uri="{9D8B030D-6E8A-4147-A177-3AD203B41FA5}">
                      <a16:colId xmlns:a16="http://schemas.microsoft.com/office/drawing/2014/main" val="76964945"/>
                    </a:ext>
                  </a:extLst>
                </a:gridCol>
                <a:gridCol w="1792690">
                  <a:extLst>
                    <a:ext uri="{9D8B030D-6E8A-4147-A177-3AD203B41FA5}">
                      <a16:colId xmlns:a16="http://schemas.microsoft.com/office/drawing/2014/main" val="303107095"/>
                    </a:ext>
                  </a:extLst>
                </a:gridCol>
                <a:gridCol w="1792690">
                  <a:extLst>
                    <a:ext uri="{9D8B030D-6E8A-4147-A177-3AD203B41FA5}">
                      <a16:colId xmlns:a16="http://schemas.microsoft.com/office/drawing/2014/main" val="1177585701"/>
                    </a:ext>
                  </a:extLst>
                </a:gridCol>
                <a:gridCol w="2500958">
                  <a:extLst>
                    <a:ext uri="{9D8B030D-6E8A-4147-A177-3AD203B41FA5}">
                      <a16:colId xmlns:a16="http://schemas.microsoft.com/office/drawing/2014/main" val="3115571558"/>
                    </a:ext>
                  </a:extLst>
                </a:gridCol>
                <a:gridCol w="1084421">
                  <a:extLst>
                    <a:ext uri="{9D8B030D-6E8A-4147-A177-3AD203B41FA5}">
                      <a16:colId xmlns:a16="http://schemas.microsoft.com/office/drawing/2014/main" val="3392351785"/>
                    </a:ext>
                  </a:extLst>
                </a:gridCol>
              </a:tblGrid>
              <a:tr h="626597">
                <a:tc>
                  <a:txBody>
                    <a:bodyPr/>
                    <a:lstStyle/>
                    <a:p>
                      <a:pPr lvl="0">
                        <a:buNone/>
                      </a:pPr>
                      <a:r>
                        <a:rPr lang="en-IN" sz="2000" b="1" i="0" u="none" strike="noStrike" noProof="0" dirty="0">
                          <a:solidFill>
                            <a:srgbClr val="000000"/>
                          </a:solidFill>
                          <a:latin typeface="Times New Roman"/>
                        </a:rPr>
                        <a:t>Title</a:t>
                      </a:r>
                      <a:endParaRPr lang="en-US" sz="2000" b="0" i="0" u="none" strike="noStrike" noProof="0">
                        <a:solidFill>
                          <a:srgbClr val="000000"/>
                        </a:solidFill>
                        <a:latin typeface="Times New Roman"/>
                      </a:endParaRPr>
                    </a:p>
                  </a:txBody>
                  <a:tcPr/>
                </a:tc>
                <a:tc>
                  <a:txBody>
                    <a:bodyPr/>
                    <a:lstStyle/>
                    <a:p>
                      <a:pPr lvl="0">
                        <a:buNone/>
                      </a:pPr>
                      <a:r>
                        <a:rPr lang="en-IN" sz="2000" b="1" i="0" u="none" strike="noStrike" noProof="0" dirty="0">
                          <a:solidFill>
                            <a:srgbClr val="000000"/>
                          </a:solidFill>
                          <a:latin typeface="Times New Roman"/>
                        </a:rPr>
                        <a:t>Conference / Journal Details</a:t>
                      </a:r>
                      <a:endParaRPr lang="en-US" sz="2000" b="0" i="0" u="none" strike="noStrike" noProof="0">
                        <a:solidFill>
                          <a:srgbClr val="000000"/>
                        </a:solidFill>
                        <a:latin typeface="Times New Roman"/>
                      </a:endParaRPr>
                    </a:p>
                  </a:txBody>
                  <a:tcPr/>
                </a:tc>
                <a:tc>
                  <a:txBody>
                    <a:bodyPr/>
                    <a:lstStyle/>
                    <a:p>
                      <a:pPr lvl="0">
                        <a:buNone/>
                      </a:pPr>
                      <a:r>
                        <a:rPr lang="en-IN" sz="2000" b="1" i="0" u="none" strike="noStrike" noProof="0" dirty="0">
                          <a:solidFill>
                            <a:srgbClr val="000000"/>
                          </a:solidFill>
                          <a:latin typeface="Times New Roman"/>
                        </a:rPr>
                        <a:t>Key Points</a:t>
                      </a:r>
                      <a:endParaRPr lang="en-US" sz="2000" b="0" i="0" u="none" strike="noStrike" noProof="0">
                        <a:solidFill>
                          <a:srgbClr val="000000"/>
                        </a:solidFill>
                        <a:latin typeface="Times New Roman"/>
                      </a:endParaRPr>
                    </a:p>
                  </a:txBody>
                  <a:tcPr/>
                </a:tc>
                <a:tc>
                  <a:txBody>
                    <a:bodyPr/>
                    <a:lstStyle/>
                    <a:p>
                      <a:pPr lvl="0">
                        <a:buNone/>
                      </a:pPr>
                      <a:r>
                        <a:rPr lang="en-IN" sz="2000" b="1" i="0" u="none" strike="noStrike" noProof="0" dirty="0">
                          <a:solidFill>
                            <a:srgbClr val="000000"/>
                          </a:solidFill>
                          <a:latin typeface="Times New Roman"/>
                        </a:rPr>
                        <a:t>Improvements Proposed</a:t>
                      </a:r>
                      <a:endParaRPr lang="en-US" sz="2000" b="0" i="0" u="none" strike="noStrike" noProof="0">
                        <a:solidFill>
                          <a:srgbClr val="000000"/>
                        </a:solidFill>
                        <a:latin typeface="Times New Roman"/>
                      </a:endParaRPr>
                    </a:p>
                  </a:txBody>
                  <a:tcPr/>
                </a:tc>
                <a:tc>
                  <a:txBody>
                    <a:bodyPr/>
                    <a:lstStyle/>
                    <a:p>
                      <a:pPr lvl="0">
                        <a:buNone/>
                      </a:pPr>
                      <a:r>
                        <a:rPr lang="en-IN" sz="2000" b="0" i="0" u="none" strike="noStrike" noProof="0" dirty="0">
                          <a:solidFill>
                            <a:srgbClr val="000000"/>
                          </a:solidFill>
                          <a:latin typeface="Times New Roman"/>
                        </a:rPr>
                        <a:t>Citation</a:t>
                      </a:r>
                      <a:endParaRPr lang="en-US" sz="2000">
                        <a:latin typeface="Times New Roman"/>
                      </a:endParaRPr>
                    </a:p>
                  </a:txBody>
                  <a:tcPr/>
                </a:tc>
                <a:extLst>
                  <a:ext uri="{0D108BD9-81ED-4DB2-BD59-A6C34878D82A}">
                    <a16:rowId xmlns:a16="http://schemas.microsoft.com/office/drawing/2014/main" val="1992927920"/>
                  </a:ext>
                </a:extLst>
              </a:tr>
              <a:tr h="1575445">
                <a:tc>
                  <a:txBody>
                    <a:bodyPr/>
                    <a:lstStyle/>
                    <a:p>
                      <a:pPr lvl="0">
                        <a:buNone/>
                      </a:pPr>
                      <a:r>
                        <a:rPr lang="en-US" sz="2000" b="0" i="0" u="none" strike="noStrike" noProof="0" err="1">
                          <a:latin typeface="Times New Roman"/>
                        </a:rPr>
                        <a:t>OpenVoice</a:t>
                      </a:r>
                      <a:r>
                        <a:rPr lang="en-US" sz="2000" b="0" i="0" u="none" strike="noStrike" noProof="0" dirty="0">
                          <a:latin typeface="Times New Roman"/>
                        </a:rPr>
                        <a:t>: Versatile Instant Voice Cloning</a:t>
                      </a:r>
                      <a:endParaRPr lang="en-US" sz="2000">
                        <a:latin typeface="Times New Roman"/>
                      </a:endParaRPr>
                    </a:p>
                  </a:txBody>
                  <a:tcPr/>
                </a:tc>
                <a:tc>
                  <a:txBody>
                    <a:bodyPr/>
                    <a:lstStyle/>
                    <a:p>
                      <a:pPr lvl="0">
                        <a:buNone/>
                      </a:pPr>
                      <a:r>
                        <a:rPr lang="en-US" sz="2000" b="0" i="0" u="none" strike="noStrike" noProof="0" dirty="0">
                          <a:latin typeface="Times New Roman"/>
                        </a:rPr>
                        <a:t>MIT &amp; Tsinghua University, 2024</a:t>
                      </a:r>
                      <a:endParaRPr lang="en-US" sz="2000">
                        <a:latin typeface="Times New Roman"/>
                      </a:endParaRPr>
                    </a:p>
                  </a:txBody>
                  <a:tcPr/>
                </a:tc>
                <a:tc>
                  <a:txBody>
                    <a:bodyPr/>
                    <a:lstStyle/>
                    <a:p>
                      <a:pPr lvl="0">
                        <a:buNone/>
                      </a:pPr>
                      <a:r>
                        <a:rPr lang="en-US" sz="2000" b="0" i="0" u="none" strike="noStrike" noProof="0" dirty="0">
                          <a:latin typeface="Times New Roman"/>
                        </a:rPr>
                        <a:t>Can clone voice with short audio; controls style like accent and emotion</a:t>
                      </a:r>
                      <a:endParaRPr lang="en-US" sz="2000">
                        <a:latin typeface="Times New Roman"/>
                      </a:endParaRPr>
                    </a:p>
                  </a:txBody>
                  <a:tcPr/>
                </a:tc>
                <a:tc>
                  <a:txBody>
                    <a:bodyPr/>
                    <a:lstStyle/>
                    <a:p>
                      <a:pPr lvl="0">
                        <a:buNone/>
                      </a:pPr>
                      <a:r>
                        <a:rPr lang="en-US" sz="2000" b="0" i="0" u="none" strike="noStrike" noProof="0" dirty="0">
                          <a:latin typeface="Times New Roman"/>
                        </a:rPr>
                        <a:t>Use less training data and easier deployment</a:t>
                      </a:r>
                      <a:endParaRPr lang="en-US" sz="2000">
                        <a:latin typeface="Times New Roman"/>
                      </a:endParaRPr>
                    </a:p>
                  </a:txBody>
                  <a:tcPr/>
                </a:tc>
                <a:tc>
                  <a:txBody>
                    <a:bodyPr/>
                    <a:lstStyle/>
                    <a:p>
                      <a:pPr lvl="0">
                        <a:buNone/>
                      </a:pPr>
                      <a:r>
                        <a:rPr lang="en-US" sz="2000" b="0" i="0" u="none" strike="noStrike" noProof="0" dirty="0">
                          <a:latin typeface="Times New Roman"/>
                        </a:rPr>
                        <a:t>[1]</a:t>
                      </a:r>
                      <a:endParaRPr lang="en-US" sz="2000">
                        <a:latin typeface="Times New Roman"/>
                      </a:endParaRPr>
                    </a:p>
                  </a:txBody>
                  <a:tcPr/>
                </a:tc>
                <a:extLst>
                  <a:ext uri="{0D108BD9-81ED-4DB2-BD59-A6C34878D82A}">
                    <a16:rowId xmlns:a16="http://schemas.microsoft.com/office/drawing/2014/main" val="259701695"/>
                  </a:ext>
                </a:extLst>
              </a:tr>
              <a:tr h="1575445">
                <a:tc>
                  <a:txBody>
                    <a:bodyPr/>
                    <a:lstStyle/>
                    <a:p>
                      <a:pPr lvl="0">
                        <a:buNone/>
                      </a:pPr>
                      <a:r>
                        <a:rPr lang="en-US" sz="2000" b="0" i="0" u="none" strike="noStrike" noProof="0" err="1">
                          <a:latin typeface="Times New Roman"/>
                        </a:rPr>
                        <a:t>MiniMax</a:t>
                      </a:r>
                      <a:r>
                        <a:rPr lang="en-US" sz="2000" b="0" i="0" u="none" strike="noStrike" noProof="0" dirty="0">
                          <a:latin typeface="Times New Roman"/>
                        </a:rPr>
                        <a:t>-Speech: Intrinsic Zero-Shot Text-to-Speech</a:t>
                      </a:r>
                      <a:endParaRPr lang="en-US" sz="2000">
                        <a:latin typeface="Times New Roman"/>
                      </a:endParaRPr>
                    </a:p>
                  </a:txBody>
                  <a:tcPr/>
                </a:tc>
                <a:tc>
                  <a:txBody>
                    <a:bodyPr/>
                    <a:lstStyle/>
                    <a:p>
                      <a:pPr lvl="0">
                        <a:buNone/>
                      </a:pPr>
                      <a:r>
                        <a:rPr lang="en-US" sz="2000" b="0" i="0" u="none" strike="noStrike" noProof="0" err="1">
                          <a:latin typeface="Times New Roman"/>
                        </a:rPr>
                        <a:t>arXiv</a:t>
                      </a:r>
                      <a:r>
                        <a:rPr lang="en-US" sz="2000" b="0" i="0" u="none" strike="noStrike" noProof="0" dirty="0">
                          <a:latin typeface="Times New Roman"/>
                        </a:rPr>
                        <a:t>, 2025</a:t>
                      </a:r>
                      <a:endParaRPr lang="en-US" sz="2000">
                        <a:latin typeface="Times New Roman"/>
                      </a:endParaRPr>
                    </a:p>
                  </a:txBody>
                  <a:tcPr/>
                </a:tc>
                <a:tc>
                  <a:txBody>
                    <a:bodyPr/>
                    <a:lstStyle/>
                    <a:p>
                      <a:pPr lvl="0">
                        <a:buNone/>
                      </a:pPr>
                      <a:r>
                        <a:rPr lang="en-US" sz="2000" b="0" i="0" u="none" strike="noStrike" noProof="0" dirty="0">
                          <a:latin typeface="Times New Roman"/>
                        </a:rPr>
                        <a:t>Clones voices in 30+ languages with emotion and style</a:t>
                      </a:r>
                      <a:endParaRPr lang="en-US" sz="2000">
                        <a:latin typeface="Times New Roman"/>
                      </a:endParaRPr>
                    </a:p>
                  </a:txBody>
                  <a:tcPr/>
                </a:tc>
                <a:tc>
                  <a:txBody>
                    <a:bodyPr/>
                    <a:lstStyle/>
                    <a:p>
                      <a:pPr lvl="0">
                        <a:buNone/>
                      </a:pPr>
                      <a:r>
                        <a:rPr lang="en-US" sz="2000" b="0" i="0" u="none" strike="noStrike" noProof="0" dirty="0">
                          <a:latin typeface="Times New Roman"/>
                        </a:rPr>
                        <a:t>Reduce high computing cost</a:t>
                      </a:r>
                      <a:endParaRPr lang="en-US" sz="2000">
                        <a:latin typeface="Times New Roman"/>
                      </a:endParaRPr>
                    </a:p>
                  </a:txBody>
                  <a:tcPr/>
                </a:tc>
                <a:tc>
                  <a:txBody>
                    <a:bodyPr/>
                    <a:lstStyle/>
                    <a:p>
                      <a:pPr lvl="0">
                        <a:buNone/>
                      </a:pPr>
                      <a:r>
                        <a:rPr lang="en-US" sz="2000" b="0" i="0" u="none" strike="noStrike" noProof="0" dirty="0">
                          <a:latin typeface="Times New Roman"/>
                        </a:rPr>
                        <a:t>[2]</a:t>
                      </a:r>
                      <a:endParaRPr lang="en-US" sz="2000">
                        <a:latin typeface="Times New Roman"/>
                      </a:endParaRPr>
                    </a:p>
                  </a:txBody>
                  <a:tcPr/>
                </a:tc>
                <a:extLst>
                  <a:ext uri="{0D108BD9-81ED-4DB2-BD59-A6C34878D82A}">
                    <a16:rowId xmlns:a16="http://schemas.microsoft.com/office/drawing/2014/main" val="369342511"/>
                  </a:ext>
                </a:extLst>
              </a:tr>
              <a:tr h="1324805">
                <a:tc>
                  <a:txBody>
                    <a:bodyPr/>
                    <a:lstStyle/>
                    <a:p>
                      <a:pPr lvl="0">
                        <a:buNone/>
                      </a:pPr>
                      <a:r>
                        <a:rPr lang="en-US" sz="2000" b="0" i="0" u="none" strike="noStrike" noProof="0" dirty="0">
                          <a:latin typeface="Times New Roman"/>
                        </a:rPr>
                        <a:t>F5R-TTS: Flow-Matching Text-to-Speech</a:t>
                      </a:r>
                      <a:endParaRPr lang="en-US" sz="2000">
                        <a:latin typeface="Times New Roman"/>
                      </a:endParaRPr>
                    </a:p>
                  </a:txBody>
                  <a:tcPr/>
                </a:tc>
                <a:tc>
                  <a:txBody>
                    <a:bodyPr/>
                    <a:lstStyle/>
                    <a:p>
                      <a:pPr lvl="0">
                        <a:buNone/>
                      </a:pPr>
                      <a:r>
                        <a:rPr lang="en-US" sz="2000" b="0" i="0" u="none" strike="noStrike" noProof="0" err="1">
                          <a:latin typeface="Times New Roman"/>
                        </a:rPr>
                        <a:t>arXiv</a:t>
                      </a:r>
                      <a:r>
                        <a:rPr lang="en-US" sz="2000" b="0" i="0" u="none" strike="noStrike" noProof="0" dirty="0">
                          <a:latin typeface="Times New Roman"/>
                        </a:rPr>
                        <a:t>, 2025</a:t>
                      </a:r>
                      <a:endParaRPr lang="en-US" sz="2000">
                        <a:latin typeface="Times New Roman"/>
                      </a:endParaRPr>
                    </a:p>
                  </a:txBody>
                  <a:tcPr/>
                </a:tc>
                <a:tc>
                  <a:txBody>
                    <a:bodyPr/>
                    <a:lstStyle/>
                    <a:p>
                      <a:pPr lvl="0">
                        <a:buNone/>
                      </a:pPr>
                      <a:r>
                        <a:rPr lang="en-US" sz="2000" b="0" i="0" u="none" strike="noStrike" noProof="0" dirty="0">
                          <a:latin typeface="Times New Roman"/>
                        </a:rPr>
                        <a:t>Improves speech quality and speaker similarity</a:t>
                      </a:r>
                      <a:endParaRPr lang="en-US" sz="2000">
                        <a:latin typeface="Times New Roman"/>
                      </a:endParaRPr>
                    </a:p>
                  </a:txBody>
                  <a:tcPr/>
                </a:tc>
                <a:tc>
                  <a:txBody>
                    <a:bodyPr/>
                    <a:lstStyle/>
                    <a:p>
                      <a:pPr lvl="0">
                        <a:buNone/>
                      </a:pPr>
                      <a:r>
                        <a:rPr lang="en-US" sz="2000" b="0" i="0" u="none" strike="noStrike" noProof="0" dirty="0">
                          <a:latin typeface="Times New Roman"/>
                        </a:rPr>
                        <a:t>Make training simpler</a:t>
                      </a:r>
                      <a:endParaRPr lang="en-US" sz="2000">
                        <a:latin typeface="Times New Roman"/>
                      </a:endParaRPr>
                    </a:p>
                  </a:txBody>
                  <a:tcPr/>
                </a:tc>
                <a:tc>
                  <a:txBody>
                    <a:bodyPr/>
                    <a:lstStyle/>
                    <a:p>
                      <a:pPr lvl="0">
                        <a:buNone/>
                      </a:pPr>
                      <a:r>
                        <a:rPr lang="en-US" sz="2000" b="0" i="0" u="none" strike="noStrike" noProof="0" dirty="0">
                          <a:latin typeface="Times New Roman"/>
                        </a:rPr>
                        <a:t>[3]</a:t>
                      </a:r>
                      <a:endParaRPr lang="en-US" sz="2000" dirty="0">
                        <a:latin typeface="Times New Roman"/>
                      </a:endParaRPr>
                    </a:p>
                  </a:txBody>
                  <a:tcPr/>
                </a:tc>
                <a:extLst>
                  <a:ext uri="{0D108BD9-81ED-4DB2-BD59-A6C34878D82A}">
                    <a16:rowId xmlns:a16="http://schemas.microsoft.com/office/drawing/2014/main" val="2846994599"/>
                  </a:ext>
                </a:extLst>
              </a:tr>
            </a:tbl>
          </a:graphicData>
        </a:graphic>
      </p:graphicFrame>
      <p:sp>
        <p:nvSpPr>
          <p:cNvPr id="3" name="TextBox 2">
            <a:extLst>
              <a:ext uri="{FF2B5EF4-FFF2-40B4-BE49-F238E27FC236}">
                <a16:creationId xmlns:a16="http://schemas.microsoft.com/office/drawing/2014/main" id="{194B5503-D4D2-4D50-4ABC-0DADB9F3073C}"/>
              </a:ext>
            </a:extLst>
          </p:cNvPr>
          <p:cNvSpPr txBox="1"/>
          <p:nvPr/>
        </p:nvSpPr>
        <p:spPr>
          <a:xfrm>
            <a:off x="539519" y="409443"/>
            <a:ext cx="476971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latin typeface="Times New Roman"/>
                <a:cs typeface="Times New Roman"/>
              </a:rPr>
              <a:t>​</a:t>
            </a:r>
            <a:r>
              <a:rPr lang="en-US" sz="3200" b="1" dirty="0">
                <a:latin typeface="Times New Roman"/>
                <a:cs typeface="Times New Roman"/>
              </a:rPr>
              <a:t>literature survey</a:t>
            </a:r>
          </a:p>
        </p:txBody>
      </p:sp>
    </p:spTree>
    <p:extLst>
      <p:ext uri="{BB962C8B-B14F-4D97-AF65-F5344CB8AC3E}">
        <p14:creationId xmlns:p14="http://schemas.microsoft.com/office/powerpoint/2010/main" val="38675294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BAC22-1CE4-3B87-9EFC-1DB8DE01281C}"/>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0C4774D5-3FE3-AD3E-7229-4D51BB36490C}"/>
              </a:ext>
            </a:extLst>
          </p:cNvPr>
          <p:cNvGraphicFramePr>
            <a:graphicFrameLocks noGrp="1"/>
          </p:cNvGraphicFramePr>
          <p:nvPr>
            <p:ph idx="1"/>
            <p:extLst>
              <p:ext uri="{D42A27DB-BD31-4B8C-83A1-F6EECF244321}">
                <p14:modId xmlns:p14="http://schemas.microsoft.com/office/powerpoint/2010/main" val="3395868819"/>
              </p:ext>
            </p:extLst>
          </p:nvPr>
        </p:nvGraphicFramePr>
        <p:xfrm>
          <a:off x="558591" y="623478"/>
          <a:ext cx="8658186" cy="6184099"/>
        </p:xfrm>
        <a:graphic>
          <a:graphicData uri="http://schemas.openxmlformats.org/drawingml/2006/table">
            <a:tbl>
              <a:tblPr firstRow="1" bandRow="1">
                <a:tableStyleId>{5C22544A-7EE6-4342-B048-85BDC9FD1C3A}</a:tableStyleId>
              </a:tblPr>
              <a:tblGrid>
                <a:gridCol w="1807261">
                  <a:extLst>
                    <a:ext uri="{9D8B030D-6E8A-4147-A177-3AD203B41FA5}">
                      <a16:colId xmlns:a16="http://schemas.microsoft.com/office/drawing/2014/main" val="76964945"/>
                    </a:ext>
                  </a:extLst>
                </a:gridCol>
                <a:gridCol w="1718527">
                  <a:extLst>
                    <a:ext uri="{9D8B030D-6E8A-4147-A177-3AD203B41FA5}">
                      <a16:colId xmlns:a16="http://schemas.microsoft.com/office/drawing/2014/main" val="303107095"/>
                    </a:ext>
                  </a:extLst>
                </a:gridCol>
                <a:gridCol w="1669124">
                  <a:extLst>
                    <a:ext uri="{9D8B030D-6E8A-4147-A177-3AD203B41FA5}">
                      <a16:colId xmlns:a16="http://schemas.microsoft.com/office/drawing/2014/main" val="1177585701"/>
                    </a:ext>
                  </a:extLst>
                </a:gridCol>
                <a:gridCol w="2269167">
                  <a:extLst>
                    <a:ext uri="{9D8B030D-6E8A-4147-A177-3AD203B41FA5}">
                      <a16:colId xmlns:a16="http://schemas.microsoft.com/office/drawing/2014/main" val="3115571558"/>
                    </a:ext>
                  </a:extLst>
                </a:gridCol>
                <a:gridCol w="1194107">
                  <a:extLst>
                    <a:ext uri="{9D8B030D-6E8A-4147-A177-3AD203B41FA5}">
                      <a16:colId xmlns:a16="http://schemas.microsoft.com/office/drawing/2014/main" val="3392351785"/>
                    </a:ext>
                  </a:extLst>
                </a:gridCol>
              </a:tblGrid>
              <a:tr h="780095">
                <a:tc>
                  <a:txBody>
                    <a:bodyPr/>
                    <a:lstStyle/>
                    <a:p>
                      <a:pPr lvl="0">
                        <a:buNone/>
                      </a:pPr>
                      <a:r>
                        <a:rPr lang="en-IN" sz="2000" b="1" i="0" u="none" strike="noStrike" noProof="0" dirty="0">
                          <a:solidFill>
                            <a:srgbClr val="000000"/>
                          </a:solidFill>
                          <a:latin typeface="Calibri"/>
                        </a:rPr>
                        <a:t>Title</a:t>
                      </a:r>
                      <a:endParaRPr lang="en-US" sz="2000" b="0" i="0" u="none" strike="noStrike" noProof="0">
                        <a:solidFill>
                          <a:srgbClr val="000000"/>
                        </a:solidFill>
                        <a:latin typeface="Calibri"/>
                      </a:endParaRPr>
                    </a:p>
                  </a:txBody>
                  <a:tcPr/>
                </a:tc>
                <a:tc>
                  <a:txBody>
                    <a:bodyPr/>
                    <a:lstStyle/>
                    <a:p>
                      <a:pPr lvl="0">
                        <a:buNone/>
                      </a:pPr>
                      <a:r>
                        <a:rPr lang="en-IN" sz="2000" b="1" i="0" u="none" strike="noStrike" noProof="0" dirty="0">
                          <a:solidFill>
                            <a:srgbClr val="000000"/>
                          </a:solidFill>
                          <a:latin typeface="Calibri"/>
                        </a:rPr>
                        <a:t>Conference / Journal Details</a:t>
                      </a:r>
                      <a:endParaRPr lang="en-US" sz="2000" b="0" i="0" u="none" strike="noStrike" noProof="0">
                        <a:solidFill>
                          <a:srgbClr val="000000"/>
                        </a:solidFill>
                        <a:latin typeface="Calibri"/>
                      </a:endParaRPr>
                    </a:p>
                  </a:txBody>
                  <a:tcPr/>
                </a:tc>
                <a:tc>
                  <a:txBody>
                    <a:bodyPr/>
                    <a:lstStyle/>
                    <a:p>
                      <a:pPr lvl="0">
                        <a:buNone/>
                      </a:pPr>
                      <a:r>
                        <a:rPr lang="en-IN" sz="2000" b="1" i="0" u="none" strike="noStrike" noProof="0" dirty="0">
                          <a:solidFill>
                            <a:srgbClr val="000000"/>
                          </a:solidFill>
                          <a:latin typeface="Calibri"/>
                        </a:rPr>
                        <a:t>Key Points</a:t>
                      </a:r>
                      <a:endParaRPr lang="en-US" sz="2000" b="0" i="0" u="none" strike="noStrike" noProof="0">
                        <a:solidFill>
                          <a:srgbClr val="000000"/>
                        </a:solidFill>
                        <a:latin typeface="Calibri"/>
                      </a:endParaRPr>
                    </a:p>
                  </a:txBody>
                  <a:tcPr/>
                </a:tc>
                <a:tc>
                  <a:txBody>
                    <a:bodyPr/>
                    <a:lstStyle/>
                    <a:p>
                      <a:pPr lvl="0">
                        <a:buNone/>
                      </a:pPr>
                      <a:r>
                        <a:rPr lang="en-IN" sz="2000" b="1" i="0" u="none" strike="noStrike" noProof="0" dirty="0">
                          <a:solidFill>
                            <a:srgbClr val="000000"/>
                          </a:solidFill>
                          <a:latin typeface="Calibri"/>
                        </a:rPr>
                        <a:t>Improvements Proposed</a:t>
                      </a:r>
                      <a:endParaRPr lang="en-US" sz="2000" b="0" i="0" u="none" strike="noStrike" noProof="0">
                        <a:solidFill>
                          <a:srgbClr val="000000"/>
                        </a:solidFill>
                        <a:latin typeface="Calibri"/>
                      </a:endParaRPr>
                    </a:p>
                  </a:txBody>
                  <a:tcPr/>
                </a:tc>
                <a:tc>
                  <a:txBody>
                    <a:bodyPr/>
                    <a:lstStyle/>
                    <a:p>
                      <a:pPr lvl="0">
                        <a:buNone/>
                      </a:pPr>
                      <a:r>
                        <a:rPr lang="en-IN" sz="2000" b="0" i="0" u="none" strike="noStrike" noProof="0" dirty="0">
                          <a:solidFill>
                            <a:srgbClr val="000000"/>
                          </a:solidFill>
                          <a:latin typeface="Calibri"/>
                        </a:rPr>
                        <a:t>Citation</a:t>
                      </a:r>
                      <a:endParaRPr lang="en-US" sz="2000">
                        <a:latin typeface="Calibri"/>
                      </a:endParaRPr>
                    </a:p>
                  </a:txBody>
                  <a:tcPr/>
                </a:tc>
                <a:extLst>
                  <a:ext uri="{0D108BD9-81ED-4DB2-BD59-A6C34878D82A}">
                    <a16:rowId xmlns:a16="http://schemas.microsoft.com/office/drawing/2014/main" val="1992927920"/>
                  </a:ext>
                </a:extLst>
              </a:tr>
              <a:tr h="1642579">
                <a:tc>
                  <a:txBody>
                    <a:bodyPr/>
                    <a:lstStyle/>
                    <a:p>
                      <a:pPr lvl="0">
                        <a:buNone/>
                      </a:pPr>
                      <a:r>
                        <a:rPr lang="en-US" sz="2000" b="0" i="0" u="none" strike="noStrike" noProof="0" dirty="0">
                          <a:latin typeface="Calibri"/>
                        </a:rPr>
                        <a:t>Voice Cloning: A Comprehensive Survey</a:t>
                      </a:r>
                      <a:endParaRPr lang="en-US" sz="2000">
                        <a:latin typeface="Calibri"/>
                      </a:endParaRPr>
                    </a:p>
                  </a:txBody>
                  <a:tcPr/>
                </a:tc>
                <a:tc>
                  <a:txBody>
                    <a:bodyPr/>
                    <a:lstStyle/>
                    <a:p>
                      <a:pPr lvl="0">
                        <a:buNone/>
                      </a:pPr>
                      <a:r>
                        <a:rPr lang="en-US" sz="2000" b="0" i="0" u="none" strike="noStrike" noProof="0" dirty="0">
                          <a:latin typeface="Calibri"/>
                        </a:rPr>
                        <a:t>IEEE Access, 2025</a:t>
                      </a:r>
                      <a:endParaRPr lang="en-US" sz="2000">
                        <a:latin typeface="Calibri"/>
                      </a:endParaRPr>
                    </a:p>
                  </a:txBody>
                  <a:tcPr/>
                </a:tc>
                <a:tc>
                  <a:txBody>
                    <a:bodyPr/>
                    <a:lstStyle/>
                    <a:p>
                      <a:pPr lvl="0">
                        <a:buNone/>
                      </a:pPr>
                      <a:r>
                        <a:rPr lang="en-US" sz="2000" b="0" i="0" u="none" strike="noStrike" noProof="0" dirty="0">
                          <a:latin typeface="Calibri"/>
                        </a:rPr>
                        <a:t>Reviews many voice cloning methods and ethics</a:t>
                      </a:r>
                      <a:endParaRPr lang="en-US" sz="2000">
                        <a:latin typeface="Calibri"/>
                      </a:endParaRPr>
                    </a:p>
                  </a:txBody>
                  <a:tcPr/>
                </a:tc>
                <a:tc>
                  <a:txBody>
                    <a:bodyPr/>
                    <a:lstStyle/>
                    <a:p>
                      <a:pPr lvl="0">
                        <a:buNone/>
                      </a:pPr>
                      <a:r>
                        <a:rPr lang="en-US" sz="2000" b="0" i="0" u="none" strike="noStrike" noProof="0" dirty="0">
                          <a:latin typeface="Calibri"/>
                        </a:rPr>
                        <a:t>Suggest practical new models</a:t>
                      </a:r>
                      <a:endParaRPr lang="en-US" sz="2000">
                        <a:latin typeface="Calibri"/>
                      </a:endParaRPr>
                    </a:p>
                  </a:txBody>
                  <a:tcPr/>
                </a:tc>
                <a:tc>
                  <a:txBody>
                    <a:bodyPr/>
                    <a:lstStyle/>
                    <a:p>
                      <a:pPr lvl="0">
                        <a:buNone/>
                      </a:pPr>
                      <a:r>
                        <a:rPr lang="en-US" sz="2000" b="0" i="0" u="none" strike="noStrike" noProof="0" dirty="0">
                          <a:latin typeface="Calibri"/>
                        </a:rPr>
                        <a:t>[4]</a:t>
                      </a:r>
                      <a:endParaRPr lang="en-US" sz="2000">
                        <a:latin typeface="Calibri"/>
                      </a:endParaRPr>
                    </a:p>
                  </a:txBody>
                  <a:tcPr/>
                </a:tc>
                <a:extLst>
                  <a:ext uri="{0D108BD9-81ED-4DB2-BD59-A6C34878D82A}">
                    <a16:rowId xmlns:a16="http://schemas.microsoft.com/office/drawing/2014/main" val="259701695"/>
                  </a:ext>
                </a:extLst>
              </a:tr>
              <a:tr h="1189714">
                <a:tc>
                  <a:txBody>
                    <a:bodyPr/>
                    <a:lstStyle/>
                    <a:p>
                      <a:pPr lvl="0">
                        <a:buNone/>
                      </a:pPr>
                      <a:r>
                        <a:rPr lang="en-US" sz="2000" b="0" i="0" u="none" strike="noStrike" noProof="0" dirty="0">
                          <a:latin typeface="Calibri"/>
                        </a:rPr>
                        <a:t>Real Time Voice Cloning Using Deep Learning</a:t>
                      </a:r>
                      <a:endParaRPr lang="en-US" sz="2000">
                        <a:latin typeface="Calibri"/>
                      </a:endParaRPr>
                    </a:p>
                  </a:txBody>
                  <a:tcPr/>
                </a:tc>
                <a:tc>
                  <a:txBody>
                    <a:bodyPr/>
                    <a:lstStyle/>
                    <a:p>
                      <a:pPr lvl="0">
                        <a:buNone/>
                      </a:pPr>
                      <a:r>
                        <a:rPr lang="en-US" sz="2000" b="0" i="0" u="none" strike="noStrike" noProof="0" dirty="0">
                          <a:latin typeface="Calibri"/>
                        </a:rPr>
                        <a:t>IJCS, 2023</a:t>
                      </a:r>
                      <a:endParaRPr lang="en-US" sz="2000">
                        <a:latin typeface="Calibri"/>
                      </a:endParaRPr>
                    </a:p>
                  </a:txBody>
                  <a:tcPr/>
                </a:tc>
                <a:tc>
                  <a:txBody>
                    <a:bodyPr/>
                    <a:lstStyle/>
                    <a:p>
                      <a:pPr lvl="0">
                        <a:buNone/>
                      </a:pPr>
                      <a:r>
                        <a:rPr lang="en-US" sz="2000" b="0" i="0" u="none" strike="noStrike" noProof="0" dirty="0">
                          <a:latin typeface="Calibri"/>
                        </a:rPr>
                        <a:t>Fast real-time cloning with good tech base</a:t>
                      </a:r>
                      <a:endParaRPr lang="en-US" sz="2000">
                        <a:latin typeface="Calibri"/>
                      </a:endParaRPr>
                    </a:p>
                  </a:txBody>
                  <a:tcPr/>
                </a:tc>
                <a:tc>
                  <a:txBody>
                    <a:bodyPr/>
                    <a:lstStyle/>
                    <a:p>
                      <a:pPr lvl="0">
                        <a:buNone/>
                      </a:pPr>
                      <a:r>
                        <a:rPr lang="en-US" sz="2000" b="0" i="0" u="none" strike="noStrike" noProof="0" dirty="0">
                          <a:latin typeface="Calibri"/>
                        </a:rPr>
                        <a:t>Add better style and multilingual support</a:t>
                      </a:r>
                      <a:endParaRPr lang="en-US" sz="2000">
                        <a:latin typeface="Calibri"/>
                      </a:endParaRPr>
                    </a:p>
                  </a:txBody>
                  <a:tcPr/>
                </a:tc>
                <a:tc>
                  <a:txBody>
                    <a:bodyPr/>
                    <a:lstStyle/>
                    <a:p>
                      <a:pPr lvl="0">
                        <a:buNone/>
                      </a:pPr>
                      <a:r>
                        <a:rPr lang="en-US" sz="2000" b="0" i="0" u="none" strike="noStrike" noProof="0" dirty="0">
                          <a:latin typeface="Calibri"/>
                        </a:rPr>
                        <a:t>[5]</a:t>
                      </a:r>
                      <a:endParaRPr lang="en-US" sz="2000">
                        <a:latin typeface="Calibri"/>
                      </a:endParaRPr>
                    </a:p>
                  </a:txBody>
                  <a:tcPr/>
                </a:tc>
                <a:extLst>
                  <a:ext uri="{0D108BD9-81ED-4DB2-BD59-A6C34878D82A}">
                    <a16:rowId xmlns:a16="http://schemas.microsoft.com/office/drawing/2014/main" val="369342511"/>
                  </a:ext>
                </a:extLst>
              </a:tr>
              <a:tr h="1642579">
                <a:tc>
                  <a:txBody>
                    <a:bodyPr/>
                    <a:lstStyle/>
                    <a:p>
                      <a:pPr lvl="0">
                        <a:buNone/>
                      </a:pPr>
                      <a:r>
                        <a:rPr lang="en-US" sz="2000" b="0" i="0" u="none" strike="noStrike" noProof="0" dirty="0">
                          <a:latin typeface="Calibri"/>
                        </a:rPr>
                        <a:t>Real Time Voice Cloning</a:t>
                      </a:r>
                      <a:endParaRPr lang="en-US" sz="2000">
                        <a:latin typeface="Calibri"/>
                      </a:endParaRPr>
                    </a:p>
                  </a:txBody>
                  <a:tcPr/>
                </a:tc>
                <a:tc>
                  <a:txBody>
                    <a:bodyPr/>
                    <a:lstStyle/>
                    <a:p>
                      <a:pPr lvl="0">
                        <a:buNone/>
                      </a:pPr>
                      <a:r>
                        <a:rPr lang="en-US" sz="2000" b="0" i="0" u="none" strike="noStrike" noProof="0" dirty="0">
                          <a:latin typeface="Calibri"/>
                        </a:rPr>
                        <a:t>JETIR, 2020</a:t>
                      </a:r>
                      <a:endParaRPr lang="en-US" sz="2000">
                        <a:latin typeface="Calibri"/>
                      </a:endParaRPr>
                    </a:p>
                  </a:txBody>
                  <a:tcPr/>
                </a:tc>
                <a:tc>
                  <a:txBody>
                    <a:bodyPr/>
                    <a:lstStyle/>
                    <a:p>
                      <a:pPr lvl="0">
                        <a:buNone/>
                      </a:pPr>
                      <a:r>
                        <a:rPr lang="en-US" sz="2000" b="0" i="0" u="none" strike="noStrike" noProof="0" dirty="0">
                          <a:latin typeface="Calibri"/>
                        </a:rPr>
                        <a:t>Early system using </a:t>
                      </a:r>
                      <a:r>
                        <a:rPr lang="en-US" sz="2000" b="0" i="0" u="none" strike="noStrike" noProof="0" err="1">
                          <a:latin typeface="Calibri"/>
                        </a:rPr>
                        <a:t>Tacotron</a:t>
                      </a:r>
                      <a:r>
                        <a:rPr lang="en-US" sz="2000" b="0" i="0" u="none" strike="noStrike" noProof="0" dirty="0">
                          <a:latin typeface="Calibri"/>
                        </a:rPr>
                        <a:t> 2 and </a:t>
                      </a:r>
                      <a:r>
                        <a:rPr lang="en-US" sz="2000" b="0" i="0" u="none" strike="noStrike" noProof="0" err="1">
                          <a:latin typeface="Calibri"/>
                        </a:rPr>
                        <a:t>WaveNet</a:t>
                      </a:r>
                      <a:r>
                        <a:rPr lang="en-US" sz="2000" b="0" i="0" u="none" strike="noStrike" noProof="0" dirty="0">
                          <a:latin typeface="Calibri"/>
                        </a:rPr>
                        <a:t> with few seconds of audio</a:t>
                      </a:r>
                      <a:endParaRPr lang="en-US" sz="2000">
                        <a:latin typeface="Calibri"/>
                      </a:endParaRPr>
                    </a:p>
                  </a:txBody>
                  <a:tcPr/>
                </a:tc>
                <a:tc>
                  <a:txBody>
                    <a:bodyPr/>
                    <a:lstStyle/>
                    <a:p>
                      <a:pPr lvl="0">
                        <a:buNone/>
                      </a:pPr>
                      <a:r>
                        <a:rPr lang="en-US" sz="2000" b="0" i="0" u="none" strike="noStrike" noProof="0" dirty="0">
                          <a:latin typeface="Calibri"/>
                        </a:rPr>
                        <a:t>Make voice sound more natural</a:t>
                      </a:r>
                      <a:endParaRPr lang="en-US" sz="2000">
                        <a:latin typeface="Calibri"/>
                      </a:endParaRPr>
                    </a:p>
                  </a:txBody>
                  <a:tcPr/>
                </a:tc>
                <a:tc>
                  <a:txBody>
                    <a:bodyPr/>
                    <a:lstStyle/>
                    <a:p>
                      <a:pPr lvl="0">
                        <a:buNone/>
                      </a:pPr>
                      <a:r>
                        <a:rPr lang="en-US" sz="2000" b="0" i="0" u="none" strike="noStrike" noProof="0" dirty="0">
                          <a:latin typeface="Calibri"/>
                        </a:rPr>
                        <a:t>[6]</a:t>
                      </a:r>
                      <a:endParaRPr lang="en-US" sz="2000" dirty="0">
                        <a:latin typeface="Calibri"/>
                      </a:endParaRPr>
                    </a:p>
                  </a:txBody>
                  <a:tcPr/>
                </a:tc>
                <a:extLst>
                  <a:ext uri="{0D108BD9-81ED-4DB2-BD59-A6C34878D82A}">
                    <a16:rowId xmlns:a16="http://schemas.microsoft.com/office/drawing/2014/main" val="2846994599"/>
                  </a:ext>
                </a:extLst>
              </a:tr>
            </a:tbl>
          </a:graphicData>
        </a:graphic>
      </p:graphicFrame>
    </p:spTree>
    <p:extLst>
      <p:ext uri="{BB962C8B-B14F-4D97-AF65-F5344CB8AC3E}">
        <p14:creationId xmlns:p14="http://schemas.microsoft.com/office/powerpoint/2010/main" val="1678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EB3EF764-60CE-E242-276A-FDC131C6768D}"/>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buSzTx/>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6" charset="0"/>
                <a:cs typeface="DejaVu Sans" charset="0"/>
              </a:rPr>
              <a:t>System Design</a:t>
            </a:r>
          </a:p>
          <a:p>
            <a:pPr eaLnBrk="1" fontAlgn="auto" hangingPunct="1">
              <a:spcBef>
                <a:spcPts val="0"/>
              </a:spcBef>
              <a:spcAft>
                <a:spcPts val="0"/>
              </a:spcAft>
              <a:buSzTx/>
              <a:defRPr/>
            </a:pPr>
            <a:endParaRPr lang="en-IN" altLang="en-US" sz="2800" dirty="0">
              <a:solidFill>
                <a:srgbClr val="000000"/>
              </a:solidFill>
              <a:latin typeface="Times New Roman" panose="02020603050405020304" pitchFamily="16" charset="0"/>
              <a:cs typeface="DejaVu Sans" charset="0"/>
            </a:endParaRPr>
          </a:p>
        </p:txBody>
      </p:sp>
      <p:pic>
        <p:nvPicPr>
          <p:cNvPr id="12291" name="Picture 2">
            <a:extLst>
              <a:ext uri="{FF2B5EF4-FFF2-40B4-BE49-F238E27FC236}">
                <a16:creationId xmlns:a16="http://schemas.microsoft.com/office/drawing/2014/main" id="{E3E0BD86-4BBC-4561-6BE1-28FCA30A7D6C}"/>
              </a:ext>
            </a:extLst>
          </p:cNvPr>
          <p:cNvPicPr>
            <a:picLocks noChangeAspect="1" noChangeArrowheads="1"/>
          </p:cNvPicPr>
          <p:nvPr/>
        </p:nvPicPr>
        <p:blipFill>
          <a:blip r:embed="rId3"/>
          <a:srcRect l="7527" r="7170"/>
          <a:stretch>
            <a:fillRect/>
          </a:stretch>
        </p:blipFill>
        <p:spPr bwMode="auto">
          <a:xfrm>
            <a:off x="503238" y="1204135"/>
            <a:ext cx="8536392" cy="5628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1DB0AFD3-D4B1-F4AD-02D6-7E1C358B91E4}"/>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endPar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6" charset="0"/>
              <a:cs typeface="DejaVu Sans" charset="0"/>
            </a:endParaRPr>
          </a:p>
        </p:txBody>
      </p:sp>
      <p:sp>
        <p:nvSpPr>
          <p:cNvPr id="14339" name="Rectangle 2">
            <a:extLst>
              <a:ext uri="{FF2B5EF4-FFF2-40B4-BE49-F238E27FC236}">
                <a16:creationId xmlns:a16="http://schemas.microsoft.com/office/drawing/2014/main" id="{2666C284-19A3-E0A4-9472-D2AE07175779}"/>
              </a:ext>
            </a:extLst>
          </p:cNvPr>
          <p:cNvSpPr>
            <a:spLocks noChangeArrowheads="1"/>
          </p:cNvSpPr>
          <p:nvPr/>
        </p:nvSpPr>
        <p:spPr bwMode="auto">
          <a:xfrm>
            <a:off x="503238" y="1768475"/>
            <a:ext cx="9070975"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spcBef>
                <a:spcPts val="1100"/>
              </a:spcBef>
              <a:buClr>
                <a:schemeClr val="accent1"/>
              </a:buClr>
              <a:buSzPct val="80000"/>
              <a:buFont typeface="Wingdings 3" panose="05040102010807070707" pitchFamily="18"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sz="1900">
                <a:solidFill>
                  <a:srgbClr val="404040"/>
                </a:solidFill>
                <a:latin typeface="Trebuchet MS" panose="020B0603020202020204" pitchFamily="34" charset="0"/>
              </a:defRPr>
            </a:lvl1pPr>
            <a:lvl2pPr marL="817563" indent="-314325">
              <a:spcBef>
                <a:spcPts val="1100"/>
              </a:spcBef>
              <a:buClr>
                <a:schemeClr val="accent1"/>
              </a:buClr>
              <a:buSzPct val="80000"/>
              <a:buFont typeface="Wingdings 3" panose="05040102010807070707" pitchFamily="18"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sz="1700">
                <a:solidFill>
                  <a:srgbClr val="404040"/>
                </a:solidFill>
                <a:latin typeface="Trebuchet MS" panose="020B0603020202020204" pitchFamily="34" charset="0"/>
              </a:defRPr>
            </a:lvl2pPr>
            <a:lvl3pPr marL="1258888" indent="-250825">
              <a:spcBef>
                <a:spcPts val="1100"/>
              </a:spcBef>
              <a:buClr>
                <a:schemeClr val="accent1"/>
              </a:buClr>
              <a:buSzPct val="80000"/>
              <a:buFont typeface="Wingdings 3" panose="05040102010807070707" pitchFamily="18"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sz="1500">
                <a:solidFill>
                  <a:srgbClr val="404040"/>
                </a:solidFill>
                <a:latin typeface="Trebuchet MS" panose="020B0603020202020204" pitchFamily="34" charset="0"/>
              </a:defRPr>
            </a:lvl3pPr>
            <a:lvl4pPr marL="1763713" indent="-250825">
              <a:spcBef>
                <a:spcPts val="1100"/>
              </a:spcBef>
              <a:buClr>
                <a:schemeClr val="accent1"/>
              </a:buClr>
              <a:buSzPct val="80000"/>
              <a:buFont typeface="Wingdings 3" panose="05040102010807070707" pitchFamily="18"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sz="1300">
                <a:solidFill>
                  <a:srgbClr val="404040"/>
                </a:solidFill>
                <a:latin typeface="Trebuchet MS" panose="020B0603020202020204" pitchFamily="34" charset="0"/>
              </a:defRPr>
            </a:lvl4pPr>
            <a:lvl5pPr marL="2266950" indent="-250825">
              <a:spcBef>
                <a:spcPts val="1100"/>
              </a:spcBef>
              <a:buClr>
                <a:schemeClr val="accent1"/>
              </a:buClr>
              <a:buSzPct val="80000"/>
              <a:buFont typeface="Wingdings 3" panose="05040102010807070707" pitchFamily="18"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sz="1300">
                <a:solidFill>
                  <a:srgbClr val="404040"/>
                </a:solidFill>
                <a:latin typeface="Trebuchet MS" panose="020B0603020202020204" pitchFamily="34" charset="0"/>
              </a:defRPr>
            </a:lvl5pPr>
            <a:lvl6pPr marL="2724150" indent="-250825" defTabSz="457200" eaLnBrk="0" fontAlgn="base" hangingPunct="0">
              <a:spcBef>
                <a:spcPts val="1100"/>
              </a:spcBef>
              <a:spcAft>
                <a:spcPct val="0"/>
              </a:spcAft>
              <a:buClr>
                <a:schemeClr val="accent1"/>
              </a:buClr>
              <a:buSzPct val="80000"/>
              <a:buFont typeface="Wingdings 3" panose="05040102010807070707" pitchFamily="18"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sz="1300">
                <a:solidFill>
                  <a:srgbClr val="404040"/>
                </a:solidFill>
                <a:latin typeface="Trebuchet MS" panose="020B0603020202020204" pitchFamily="34" charset="0"/>
              </a:defRPr>
            </a:lvl6pPr>
            <a:lvl7pPr marL="3181350" indent="-250825" defTabSz="457200" eaLnBrk="0" fontAlgn="base" hangingPunct="0">
              <a:spcBef>
                <a:spcPts val="1100"/>
              </a:spcBef>
              <a:spcAft>
                <a:spcPct val="0"/>
              </a:spcAft>
              <a:buClr>
                <a:schemeClr val="accent1"/>
              </a:buClr>
              <a:buSzPct val="80000"/>
              <a:buFont typeface="Wingdings 3" panose="05040102010807070707" pitchFamily="18"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sz="1300">
                <a:solidFill>
                  <a:srgbClr val="404040"/>
                </a:solidFill>
                <a:latin typeface="Trebuchet MS" panose="020B0603020202020204" pitchFamily="34" charset="0"/>
              </a:defRPr>
            </a:lvl7pPr>
            <a:lvl8pPr marL="3638550" indent="-250825" defTabSz="457200" eaLnBrk="0" fontAlgn="base" hangingPunct="0">
              <a:spcBef>
                <a:spcPts val="1100"/>
              </a:spcBef>
              <a:spcAft>
                <a:spcPct val="0"/>
              </a:spcAft>
              <a:buClr>
                <a:schemeClr val="accent1"/>
              </a:buClr>
              <a:buSzPct val="80000"/>
              <a:buFont typeface="Wingdings 3" panose="05040102010807070707" pitchFamily="18"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sz="1300">
                <a:solidFill>
                  <a:srgbClr val="404040"/>
                </a:solidFill>
                <a:latin typeface="Trebuchet MS" panose="020B0603020202020204" pitchFamily="34" charset="0"/>
              </a:defRPr>
            </a:lvl8pPr>
            <a:lvl9pPr marL="4095750" indent="-250825" defTabSz="457200" eaLnBrk="0" fontAlgn="base" hangingPunct="0">
              <a:spcBef>
                <a:spcPts val="1100"/>
              </a:spcBef>
              <a:spcAft>
                <a:spcPct val="0"/>
              </a:spcAft>
              <a:buClr>
                <a:schemeClr val="accent1"/>
              </a:buClr>
              <a:buSzPct val="80000"/>
              <a:buFont typeface="Wingdings 3" panose="05040102010807070707" pitchFamily="18"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sz="1300">
                <a:solidFill>
                  <a:srgbClr val="404040"/>
                </a:solidFill>
                <a:latin typeface="Trebuchet MS" panose="020B0603020202020204" pitchFamily="34" charset="0"/>
              </a:defRPr>
            </a:lvl9pPr>
          </a:lstStyle>
          <a:p>
            <a:pPr eaLnBrk="1" hangingPunct="1">
              <a:lnSpc>
                <a:spcPct val="93000"/>
              </a:lnSpc>
              <a:spcBef>
                <a:spcPct val="0"/>
              </a:spcBef>
              <a:spcAft>
                <a:spcPts val="1413"/>
              </a:spcAft>
              <a:buClrTx/>
              <a:buSzTx/>
              <a:buFontTx/>
              <a:buNone/>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14340" name="TextBox 2">
            <a:extLst>
              <a:ext uri="{FF2B5EF4-FFF2-40B4-BE49-F238E27FC236}">
                <a16:creationId xmlns:a16="http://schemas.microsoft.com/office/drawing/2014/main" id="{6BCA4923-182B-DAC7-0F50-C9F6979FEB92}"/>
              </a:ext>
            </a:extLst>
          </p:cNvPr>
          <p:cNvSpPr txBox="1">
            <a:spLocks noChangeArrowheads="1"/>
          </p:cNvSpPr>
          <p:nvPr/>
        </p:nvSpPr>
        <p:spPr bwMode="auto">
          <a:xfrm>
            <a:off x="498475" y="395288"/>
            <a:ext cx="8858250" cy="696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1100"/>
              </a:spcBef>
              <a:buClr>
                <a:schemeClr val="accent1"/>
              </a:buClr>
              <a:buSzPct val="80000"/>
              <a:buFont typeface="Wingdings 3" panose="05040102010807070707" pitchFamily="18" charset="2"/>
              <a:buChar char=""/>
              <a:defRPr sz="1900">
                <a:solidFill>
                  <a:srgbClr val="404040"/>
                </a:solidFill>
                <a:latin typeface="Trebuchet MS" panose="020B0603020202020204" pitchFamily="34" charset="0"/>
              </a:defRPr>
            </a:lvl1pPr>
            <a:lvl2pPr marL="817563" indent="-314325">
              <a:spcBef>
                <a:spcPts val="1100"/>
              </a:spcBef>
              <a:buClr>
                <a:schemeClr val="accent1"/>
              </a:buClr>
              <a:buSzPct val="80000"/>
              <a:buFont typeface="Wingdings 3" panose="05040102010807070707" pitchFamily="18" charset="2"/>
              <a:buChar char=""/>
              <a:defRPr sz="1700">
                <a:solidFill>
                  <a:srgbClr val="404040"/>
                </a:solidFill>
                <a:latin typeface="Trebuchet MS" panose="020B0603020202020204" pitchFamily="34" charset="0"/>
              </a:defRPr>
            </a:lvl2pPr>
            <a:lvl3pPr marL="1258888" indent="-250825">
              <a:spcBef>
                <a:spcPts val="1100"/>
              </a:spcBef>
              <a:buClr>
                <a:schemeClr val="accent1"/>
              </a:buClr>
              <a:buSzPct val="80000"/>
              <a:buFont typeface="Wingdings 3" panose="05040102010807070707" pitchFamily="18" charset="2"/>
              <a:buChar char=""/>
              <a:defRPr sz="1500">
                <a:solidFill>
                  <a:srgbClr val="404040"/>
                </a:solidFill>
                <a:latin typeface="Trebuchet MS" panose="020B0603020202020204" pitchFamily="34" charset="0"/>
              </a:defRPr>
            </a:lvl3pPr>
            <a:lvl4pPr marL="1763713" indent="-250825">
              <a:spcBef>
                <a:spcPts val="1100"/>
              </a:spcBef>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4pPr>
            <a:lvl5pPr marL="2266950" indent="-250825">
              <a:spcBef>
                <a:spcPts val="1100"/>
              </a:spcBef>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5pPr>
            <a:lvl6pPr marL="2724150" indent="-250825"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6pPr>
            <a:lvl7pPr marL="3181350" indent="-250825"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7pPr>
            <a:lvl8pPr marL="3638550" indent="-250825"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8pPr>
            <a:lvl9pPr marL="4095750" indent="-250825"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9pPr>
          </a:lstStyle>
          <a:p>
            <a:pPr>
              <a:lnSpc>
                <a:spcPct val="150000"/>
              </a:lnSpc>
              <a:spcBef>
                <a:spcPct val="0"/>
              </a:spcBef>
              <a:buClrTx/>
              <a:buSzTx/>
              <a:buFontTx/>
              <a:buNone/>
            </a:pPr>
            <a:r>
              <a:rPr lang="en-IN" altLang="en-US" sz="2000" b="1">
                <a:solidFill>
                  <a:schemeClr val="tx1"/>
                </a:solidFill>
                <a:latin typeface="Times New Roman" panose="02020603050405020304" pitchFamily="18" charset="0"/>
              </a:rPr>
              <a:t>a. User Interface</a:t>
            </a:r>
          </a:p>
          <a:p>
            <a:pPr>
              <a:lnSpc>
                <a:spcPct val="150000"/>
              </a:lnSpc>
              <a:spcBef>
                <a:spcPct val="0"/>
              </a:spcBef>
              <a:buClrTx/>
              <a:buSzTx/>
              <a:buFontTx/>
              <a:buNone/>
            </a:pPr>
            <a:r>
              <a:rPr lang="en-IN" altLang="en-US" sz="2000">
                <a:solidFill>
                  <a:schemeClr val="tx1"/>
                </a:solidFill>
                <a:latin typeface="Times New Roman" panose="02020603050405020304" pitchFamily="18" charset="0"/>
              </a:rPr>
              <a:t>Text input field</a:t>
            </a:r>
          </a:p>
          <a:p>
            <a:pPr>
              <a:lnSpc>
                <a:spcPct val="150000"/>
              </a:lnSpc>
              <a:spcBef>
                <a:spcPct val="0"/>
              </a:spcBef>
              <a:buClrTx/>
              <a:buSzTx/>
              <a:buFontTx/>
              <a:buNone/>
            </a:pPr>
            <a:r>
              <a:rPr lang="en-IN" altLang="en-US" sz="2000">
                <a:solidFill>
                  <a:schemeClr val="tx1"/>
                </a:solidFill>
                <a:latin typeface="Times New Roman" panose="02020603050405020304" pitchFamily="18" charset="0"/>
              </a:rPr>
              <a:t>Voice sample upload option</a:t>
            </a:r>
          </a:p>
          <a:p>
            <a:pPr>
              <a:lnSpc>
                <a:spcPct val="150000"/>
              </a:lnSpc>
              <a:spcBef>
                <a:spcPct val="0"/>
              </a:spcBef>
              <a:buClrTx/>
              <a:buSzTx/>
              <a:buFontTx/>
              <a:buNone/>
            </a:pPr>
            <a:r>
              <a:rPr lang="en-IN" altLang="en-US" sz="2000">
                <a:solidFill>
                  <a:schemeClr val="tx1"/>
                </a:solidFill>
                <a:latin typeface="Times New Roman" panose="02020603050405020304" pitchFamily="18" charset="0"/>
              </a:rPr>
              <a:t>Audio playback and download section</a:t>
            </a:r>
          </a:p>
          <a:p>
            <a:pPr>
              <a:lnSpc>
                <a:spcPct val="150000"/>
              </a:lnSpc>
              <a:spcBef>
                <a:spcPct val="0"/>
              </a:spcBef>
              <a:buClrTx/>
              <a:buSzTx/>
              <a:buFontTx/>
              <a:buNone/>
            </a:pPr>
            <a:r>
              <a:rPr lang="en-IN" altLang="en-US" sz="2000" b="1">
                <a:solidFill>
                  <a:schemeClr val="tx1"/>
                </a:solidFill>
                <a:latin typeface="Times New Roman" panose="02020603050405020304" pitchFamily="18" charset="0"/>
              </a:rPr>
              <a:t>b. Backend Processing</a:t>
            </a:r>
          </a:p>
          <a:p>
            <a:pPr>
              <a:lnSpc>
                <a:spcPct val="150000"/>
              </a:lnSpc>
              <a:spcBef>
                <a:spcPct val="0"/>
              </a:spcBef>
              <a:buClrTx/>
              <a:buSzTx/>
              <a:buFontTx/>
              <a:buNone/>
            </a:pPr>
            <a:r>
              <a:rPr lang="en-IN" altLang="en-US" sz="2000">
                <a:solidFill>
                  <a:schemeClr val="tx1"/>
                </a:solidFill>
                <a:latin typeface="Times New Roman" panose="02020603050405020304" pitchFamily="18" charset="0"/>
              </a:rPr>
              <a:t>If no sample:</a:t>
            </a:r>
            <a:br>
              <a:rPr lang="en-IN" altLang="en-US" sz="2000">
                <a:solidFill>
                  <a:schemeClr val="tx1"/>
                </a:solidFill>
                <a:latin typeface="Times New Roman" panose="02020603050405020304" pitchFamily="18" charset="0"/>
              </a:rPr>
            </a:br>
            <a:r>
              <a:rPr lang="en-IN" altLang="en-US" sz="2000">
                <a:solidFill>
                  <a:schemeClr val="tx1"/>
                </a:solidFill>
                <a:latin typeface="Times New Roman" panose="02020603050405020304" pitchFamily="18" charset="0"/>
              </a:rPr>
              <a:t> </a:t>
            </a:r>
            <a:r>
              <a:rPr lang="en-IN" altLang="en-US" sz="2000">
                <a:solidFill>
                  <a:schemeClr val="tx1"/>
                </a:solidFill>
                <a:latin typeface="Times New Roman" panose="02020603050405020304" pitchFamily="18" charset="0"/>
                <a:cs typeface="Times New Roman" panose="02020603050405020304" pitchFamily="18" charset="0"/>
              </a:rPr>
              <a:t>•</a:t>
            </a:r>
            <a:r>
              <a:rPr lang="en-IN" altLang="en-US" sz="2000">
                <a:solidFill>
                  <a:schemeClr val="tx1"/>
                </a:solidFill>
                <a:latin typeface="Times New Roman" panose="02020603050405020304" pitchFamily="18" charset="0"/>
              </a:rPr>
              <a:t> Text → Speech using pretrained TTS model</a:t>
            </a:r>
          </a:p>
          <a:p>
            <a:pPr>
              <a:lnSpc>
                <a:spcPct val="150000"/>
              </a:lnSpc>
              <a:spcBef>
                <a:spcPct val="0"/>
              </a:spcBef>
              <a:buClrTx/>
              <a:buSzTx/>
              <a:buFontTx/>
              <a:buNone/>
            </a:pPr>
            <a:r>
              <a:rPr lang="en-IN" altLang="en-US" sz="2000">
                <a:solidFill>
                  <a:schemeClr val="tx1"/>
                </a:solidFill>
                <a:latin typeface="Times New Roman" panose="02020603050405020304" pitchFamily="18" charset="0"/>
              </a:rPr>
              <a:t>If sample uploaded:</a:t>
            </a:r>
            <a:br>
              <a:rPr lang="en-IN" altLang="en-US" sz="2000">
                <a:solidFill>
                  <a:schemeClr val="tx1"/>
                </a:solidFill>
                <a:latin typeface="Times New Roman" panose="02020603050405020304" pitchFamily="18" charset="0"/>
              </a:rPr>
            </a:br>
            <a:r>
              <a:rPr lang="en-IN" altLang="en-US" sz="2000">
                <a:solidFill>
                  <a:schemeClr val="tx1"/>
                </a:solidFill>
                <a:latin typeface="Times New Roman" panose="02020603050405020304" pitchFamily="18" charset="0"/>
              </a:rPr>
              <a:t> </a:t>
            </a:r>
            <a:r>
              <a:rPr lang="en-IN" altLang="en-US" sz="2000">
                <a:solidFill>
                  <a:schemeClr val="tx1"/>
                </a:solidFill>
                <a:latin typeface="Times New Roman" panose="02020603050405020304" pitchFamily="18" charset="0"/>
                <a:cs typeface="Times New Roman" panose="02020603050405020304" pitchFamily="18" charset="0"/>
              </a:rPr>
              <a:t>•</a:t>
            </a:r>
            <a:r>
              <a:rPr lang="en-IN" altLang="en-US" sz="2000">
                <a:solidFill>
                  <a:schemeClr val="tx1"/>
                </a:solidFill>
                <a:latin typeface="Times New Roman" panose="02020603050405020304" pitchFamily="18" charset="0"/>
              </a:rPr>
              <a:t> Extract voice embedding</a:t>
            </a:r>
            <a:br>
              <a:rPr lang="en-IN" altLang="en-US" sz="2000">
                <a:solidFill>
                  <a:schemeClr val="tx1"/>
                </a:solidFill>
                <a:latin typeface="Times New Roman" panose="02020603050405020304" pitchFamily="18" charset="0"/>
              </a:rPr>
            </a:br>
            <a:r>
              <a:rPr lang="en-IN" altLang="en-US" sz="2000">
                <a:solidFill>
                  <a:schemeClr val="tx1"/>
                </a:solidFill>
                <a:latin typeface="Times New Roman" panose="02020603050405020304" pitchFamily="18" charset="0"/>
              </a:rPr>
              <a:t> </a:t>
            </a:r>
            <a:r>
              <a:rPr lang="en-IN" altLang="en-US" sz="2000">
                <a:solidFill>
                  <a:schemeClr val="tx1"/>
                </a:solidFill>
                <a:latin typeface="Times New Roman" panose="02020603050405020304" pitchFamily="18" charset="0"/>
                <a:cs typeface="Times New Roman" panose="02020603050405020304" pitchFamily="18" charset="0"/>
              </a:rPr>
              <a:t>•</a:t>
            </a:r>
            <a:r>
              <a:rPr lang="en-IN" altLang="en-US" sz="2000">
                <a:solidFill>
                  <a:schemeClr val="tx1"/>
                </a:solidFill>
                <a:latin typeface="Times New Roman" panose="02020603050405020304" pitchFamily="18" charset="0"/>
              </a:rPr>
              <a:t> Generate mel-spectrogram using text + embedding</a:t>
            </a:r>
            <a:br>
              <a:rPr lang="en-IN" altLang="en-US" sz="2000">
                <a:solidFill>
                  <a:schemeClr val="tx1"/>
                </a:solidFill>
                <a:latin typeface="Times New Roman" panose="02020603050405020304" pitchFamily="18" charset="0"/>
              </a:rPr>
            </a:br>
            <a:r>
              <a:rPr lang="en-IN" altLang="en-US" sz="2000">
                <a:solidFill>
                  <a:schemeClr val="tx1"/>
                </a:solidFill>
                <a:latin typeface="Times New Roman" panose="02020603050405020304" pitchFamily="18" charset="0"/>
              </a:rPr>
              <a:t> </a:t>
            </a:r>
            <a:r>
              <a:rPr lang="en-IN" altLang="en-US" sz="2000">
                <a:solidFill>
                  <a:schemeClr val="tx1"/>
                </a:solidFill>
                <a:latin typeface="Times New Roman" panose="02020603050405020304" pitchFamily="18" charset="0"/>
                <a:cs typeface="Times New Roman" panose="02020603050405020304" pitchFamily="18" charset="0"/>
              </a:rPr>
              <a:t>•</a:t>
            </a:r>
            <a:r>
              <a:rPr lang="en-IN" altLang="en-US" sz="2000">
                <a:solidFill>
                  <a:schemeClr val="tx1"/>
                </a:solidFill>
                <a:latin typeface="Times New Roman" panose="02020603050405020304" pitchFamily="18" charset="0"/>
              </a:rPr>
              <a:t> Convert to audio using vocoder</a:t>
            </a:r>
          </a:p>
          <a:p>
            <a:pPr>
              <a:lnSpc>
                <a:spcPct val="150000"/>
              </a:lnSpc>
              <a:spcBef>
                <a:spcPct val="0"/>
              </a:spcBef>
              <a:buClrTx/>
              <a:buSzTx/>
              <a:buFontTx/>
              <a:buNone/>
            </a:pPr>
            <a:r>
              <a:rPr lang="en-US" altLang="en-US" sz="2000" b="1">
                <a:solidFill>
                  <a:schemeClr val="tx1"/>
                </a:solidFill>
                <a:latin typeface="Times New Roman" panose="02020603050405020304" pitchFamily="18" charset="0"/>
              </a:rPr>
              <a:t>c. Audio Management</a:t>
            </a:r>
          </a:p>
          <a:p>
            <a:pPr>
              <a:lnSpc>
                <a:spcPct val="150000"/>
              </a:lnSpc>
              <a:spcBef>
                <a:spcPct val="0"/>
              </a:spcBef>
              <a:buClrTx/>
              <a:buSzTx/>
              <a:buFontTx/>
              <a:buNone/>
            </a:pPr>
            <a:r>
              <a:rPr lang="en-US" altLang="en-US" sz="2000">
                <a:solidFill>
                  <a:schemeClr val="tx1"/>
                </a:solidFill>
                <a:latin typeface="Times New Roman" panose="02020603050405020304" pitchFamily="18" charset="0"/>
              </a:rPr>
              <a:t>Generated audio stored and linked to user session</a:t>
            </a:r>
          </a:p>
          <a:p>
            <a:pPr>
              <a:lnSpc>
                <a:spcPct val="150000"/>
              </a:lnSpc>
              <a:spcBef>
                <a:spcPct val="0"/>
              </a:spcBef>
              <a:buClrTx/>
              <a:buSzTx/>
              <a:buFontTx/>
              <a:buNone/>
            </a:pPr>
            <a:r>
              <a:rPr lang="en-US" altLang="en-US" sz="2000">
                <a:solidFill>
                  <a:schemeClr val="tx1"/>
                </a:solidFill>
                <a:latin typeface="Times New Roman" panose="02020603050405020304" pitchFamily="18" charset="0"/>
              </a:rPr>
              <a:t>Media served dynamically for download/playback</a:t>
            </a:r>
          </a:p>
          <a:p>
            <a:pPr>
              <a:lnSpc>
                <a:spcPct val="150000"/>
              </a:lnSpc>
              <a:spcBef>
                <a:spcPct val="0"/>
              </a:spcBef>
              <a:buClrTx/>
              <a:buSzTx/>
              <a:buFontTx/>
              <a:buNone/>
            </a:pPr>
            <a:endParaRPr lang="en-IN" altLang="en-US" sz="2000">
              <a:solidFill>
                <a:schemeClr val="tx1"/>
              </a:solidFill>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2957FEBC-8A17-F218-AB5A-B1B9DC19F5B2}"/>
              </a:ext>
            </a:extLst>
          </p:cNvPr>
          <p:cNvSpPr txBox="1"/>
          <p:nvPr/>
        </p:nvSpPr>
        <p:spPr>
          <a:xfrm>
            <a:off x="431800" y="323453"/>
            <a:ext cx="7632848" cy="523220"/>
          </a:xfrm>
          <a:prstGeom prst="rect">
            <a:avLst/>
          </a:prstGeom>
          <a:noFill/>
        </p:spPr>
        <p:txBody>
          <a:bodyPr wrap="square" rtlCol="0">
            <a:spAutoFit/>
          </a:bodyPr>
          <a:lstStyle/>
          <a:p>
            <a:r>
              <a:rPr lang="en-US" sz="2800" b="1" dirty="0">
                <a:solidFill>
                  <a:srgbClr val="000000"/>
                </a:solidFill>
                <a:effectLst>
                  <a:outerShdw blurRad="38100" dist="38100" dir="2700000" algn="tl">
                    <a:srgbClr val="000000">
                      <a:alpha val="43137"/>
                    </a:srgbClr>
                  </a:outerShdw>
                </a:effectLst>
                <a:latin typeface="Times New Roman" panose="02020603050405020304" pitchFamily="16" charset="0"/>
              </a:rPr>
              <a:t>I</a:t>
            </a:r>
            <a:r>
              <a:rPr lang="en-IN" sz="2800" b="1" dirty="0" err="1">
                <a:solidFill>
                  <a:srgbClr val="000000"/>
                </a:solidFill>
                <a:effectLst>
                  <a:outerShdw blurRad="38100" dist="38100" dir="2700000" algn="tl">
                    <a:srgbClr val="000000">
                      <a:alpha val="43137"/>
                    </a:srgbClr>
                  </a:outerShdw>
                </a:effectLst>
                <a:latin typeface="Times New Roman" panose="02020603050405020304" pitchFamily="16" charset="0"/>
              </a:rPr>
              <a:t>mplemantation</a:t>
            </a:r>
            <a:endParaRPr lang="en-IN" sz="2800" dirty="0"/>
          </a:p>
        </p:txBody>
      </p:sp>
      <p:pic>
        <p:nvPicPr>
          <p:cNvPr id="3" name="Picture 2" descr="A screen shot of a login form&#10;&#10;AI-generated content may be incorrect.">
            <a:extLst>
              <a:ext uri="{FF2B5EF4-FFF2-40B4-BE49-F238E27FC236}">
                <a16:creationId xmlns:a16="http://schemas.microsoft.com/office/drawing/2014/main" id="{5EBCBB97-D9BC-BD34-4AD0-3865C9D0AE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6502" y="1043533"/>
            <a:ext cx="7962580" cy="4512761"/>
          </a:xfrm>
          <a:prstGeom prst="rect">
            <a:avLst/>
          </a:prstGeom>
        </p:spPr>
      </p:pic>
    </p:spTree>
    <p:extLst>
      <p:ext uri="{BB962C8B-B14F-4D97-AF65-F5344CB8AC3E}">
        <p14:creationId xmlns:p14="http://schemas.microsoft.com/office/powerpoint/2010/main" val="534971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11D1B271-E835-7151-A3BF-D84C11578C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3808" y="944077"/>
            <a:ext cx="8073497" cy="4996000"/>
          </a:xfrm>
          <a:prstGeom prst="rect">
            <a:avLst/>
          </a:prstGeom>
        </p:spPr>
      </p:pic>
    </p:spTree>
    <p:extLst>
      <p:ext uri="{BB962C8B-B14F-4D97-AF65-F5344CB8AC3E}">
        <p14:creationId xmlns:p14="http://schemas.microsoft.com/office/powerpoint/2010/main" val="42887334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CA8761FC-B00E-FCAE-4AAB-60AD135E9A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799" y="971525"/>
            <a:ext cx="8359603" cy="5112568"/>
          </a:xfrm>
          <a:prstGeom prst="rect">
            <a:avLst/>
          </a:prstGeom>
        </p:spPr>
      </p:pic>
    </p:spTree>
    <p:extLst>
      <p:ext uri="{BB962C8B-B14F-4D97-AF65-F5344CB8AC3E}">
        <p14:creationId xmlns:p14="http://schemas.microsoft.com/office/powerpoint/2010/main" val="1038365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3CF992A8-E7DD-7658-FD48-B6BF3CEE54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791" y="1043533"/>
            <a:ext cx="8504971" cy="4680520"/>
          </a:xfrm>
          <a:prstGeom prst="rect">
            <a:avLst/>
          </a:prstGeom>
        </p:spPr>
      </p:pic>
    </p:spTree>
    <p:extLst>
      <p:ext uri="{BB962C8B-B14F-4D97-AF65-F5344CB8AC3E}">
        <p14:creationId xmlns:p14="http://schemas.microsoft.com/office/powerpoint/2010/main" val="5382025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9F175EDB-A21B-E368-8DBE-431EFCCDA78E}"/>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buSzTx/>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6" charset="0"/>
                <a:cs typeface="DejaVu Sans" charset="0"/>
              </a:rPr>
              <a:t>Technologies and Methodologies</a:t>
            </a:r>
            <a:endParaRPr lang="en-IN" altLang="en-US" sz="3600" b="1" dirty="0">
              <a:solidFill>
                <a:srgbClr val="FF0000"/>
              </a:solidFill>
              <a:effectLst>
                <a:outerShdw blurRad="38100" dist="38100" dir="2700000" algn="tl">
                  <a:srgbClr val="000000">
                    <a:alpha val="43137"/>
                  </a:srgbClr>
                </a:outerShdw>
              </a:effectLst>
              <a:latin typeface="Times New Roman" panose="02020603050405020304" pitchFamily="16" charset="0"/>
              <a:cs typeface="DejaVu Sans" charset="0"/>
            </a:endParaRPr>
          </a:p>
        </p:txBody>
      </p:sp>
      <p:sp>
        <p:nvSpPr>
          <p:cNvPr id="16387" name="Content Placeholder 2">
            <a:extLst>
              <a:ext uri="{FF2B5EF4-FFF2-40B4-BE49-F238E27FC236}">
                <a16:creationId xmlns:a16="http://schemas.microsoft.com/office/drawing/2014/main" id="{BD4F0167-FCDE-2440-20E9-501D1CAADD12}"/>
              </a:ext>
            </a:extLst>
          </p:cNvPr>
          <p:cNvSpPr txBox="1">
            <a:spLocks noChangeArrowheads="1"/>
          </p:cNvSpPr>
          <p:nvPr/>
        </p:nvSpPr>
        <p:spPr bwMode="auto">
          <a:xfrm>
            <a:off x="393700" y="2339975"/>
            <a:ext cx="9180513" cy="560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1100"/>
              </a:spcBef>
              <a:buClr>
                <a:schemeClr val="accent1"/>
              </a:buClr>
              <a:buSzPct val="80000"/>
              <a:buFont typeface="Wingdings 3" panose="05040102010807070707" pitchFamily="18" charset="2"/>
              <a:buChar char=""/>
              <a:defRPr sz="1900">
                <a:solidFill>
                  <a:srgbClr val="404040"/>
                </a:solidFill>
                <a:latin typeface="Trebuchet MS" panose="020B0603020202020204" pitchFamily="34" charset="0"/>
              </a:defRPr>
            </a:lvl1pPr>
            <a:lvl2pPr marL="817563" indent="-314325">
              <a:spcBef>
                <a:spcPts val="1100"/>
              </a:spcBef>
              <a:buClr>
                <a:schemeClr val="accent1"/>
              </a:buClr>
              <a:buSzPct val="80000"/>
              <a:buFont typeface="Wingdings 3" panose="05040102010807070707" pitchFamily="18" charset="2"/>
              <a:buChar char=""/>
              <a:defRPr sz="1700">
                <a:solidFill>
                  <a:srgbClr val="404040"/>
                </a:solidFill>
                <a:latin typeface="Trebuchet MS" panose="020B0603020202020204" pitchFamily="34" charset="0"/>
              </a:defRPr>
            </a:lvl2pPr>
            <a:lvl3pPr marL="1258888" indent="-250825">
              <a:spcBef>
                <a:spcPts val="1100"/>
              </a:spcBef>
              <a:buClr>
                <a:schemeClr val="accent1"/>
              </a:buClr>
              <a:buSzPct val="80000"/>
              <a:buFont typeface="Wingdings 3" panose="05040102010807070707" pitchFamily="18" charset="2"/>
              <a:buChar char=""/>
              <a:defRPr sz="1500">
                <a:solidFill>
                  <a:srgbClr val="404040"/>
                </a:solidFill>
                <a:latin typeface="Trebuchet MS" panose="020B0603020202020204" pitchFamily="34" charset="0"/>
              </a:defRPr>
            </a:lvl3pPr>
            <a:lvl4pPr marL="1763713" indent="-250825">
              <a:spcBef>
                <a:spcPts val="1100"/>
              </a:spcBef>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4pPr>
            <a:lvl5pPr marL="2266950" indent="-250825">
              <a:spcBef>
                <a:spcPts val="1100"/>
              </a:spcBef>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5pPr>
            <a:lvl6pPr marL="2724150" indent="-250825"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6pPr>
            <a:lvl7pPr marL="3181350" indent="-250825"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7pPr>
            <a:lvl8pPr marL="3638550" indent="-250825"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8pPr>
            <a:lvl9pPr marL="4095750" indent="-250825"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9pPr>
          </a:lstStyle>
          <a:p>
            <a:pPr>
              <a:buClr>
                <a:schemeClr val="tx1"/>
              </a:buClr>
              <a:buFont typeface="Arial" panose="020B0604020202020204" pitchFamily="34" charset="0"/>
              <a:buChar char="•"/>
            </a:pPr>
            <a:r>
              <a:rPr lang="en-US" altLang="en-US" sz="2000" b="1">
                <a:latin typeface="Times New Roman" panose="02020603050405020304" pitchFamily="18" charset="0"/>
              </a:rPr>
              <a:t>Front-End:</a:t>
            </a:r>
            <a:r>
              <a:rPr lang="en-US" altLang="en-US" sz="2000">
                <a:latin typeface="Times New Roman" panose="02020603050405020304" pitchFamily="18" charset="0"/>
              </a:rPr>
              <a:t> Web-based UI using HTML, CSS, JavaScript.</a:t>
            </a:r>
          </a:p>
          <a:p>
            <a:pPr algn="just">
              <a:buClr>
                <a:schemeClr val="tx1"/>
              </a:buClr>
              <a:buFont typeface="Arial" panose="020B0604020202020204" pitchFamily="34" charset="0"/>
              <a:buChar char="•"/>
            </a:pPr>
            <a:r>
              <a:rPr lang="en-US" altLang="en-US" sz="2000" b="1">
                <a:latin typeface="Times New Roman" panose="02020603050405020304" pitchFamily="18" charset="0"/>
              </a:rPr>
              <a:t>Back-End: </a:t>
            </a:r>
            <a:r>
              <a:rPr lang="en-US" altLang="en-US" sz="2000">
                <a:latin typeface="Times New Roman" panose="02020603050405020304" pitchFamily="18" charset="0"/>
              </a:rPr>
              <a:t>Server-side logic implemented using Python, Django and </a:t>
            </a:r>
            <a:r>
              <a:rPr lang="en-IN" altLang="en-US" sz="2000">
                <a:latin typeface="Times New Roman" panose="02020603050405020304" pitchFamily="18" charset="0"/>
              </a:rPr>
              <a:t>Django REST Framework</a:t>
            </a:r>
            <a:r>
              <a:rPr lang="en-US" altLang="en-US" sz="2000">
                <a:latin typeface="Times New Roman" panose="02020603050405020304" pitchFamily="18" charset="0"/>
              </a:rPr>
              <a:t>.</a:t>
            </a:r>
          </a:p>
          <a:p>
            <a:pPr>
              <a:buClr>
                <a:schemeClr val="tx1"/>
              </a:buClr>
              <a:buFont typeface="Arial" panose="020B0604020202020204" pitchFamily="34" charset="0"/>
              <a:buChar char="•"/>
            </a:pPr>
            <a:r>
              <a:rPr lang="en-US" altLang="en-US" sz="2000" b="1">
                <a:latin typeface="Times New Roman" panose="02020603050405020304" pitchFamily="18" charset="0"/>
              </a:rPr>
              <a:t>Database:</a:t>
            </a:r>
            <a:r>
              <a:rPr lang="en-US" altLang="en-US" sz="2000">
                <a:latin typeface="Times New Roman" panose="02020603050405020304" pitchFamily="18" charset="0"/>
              </a:rPr>
              <a:t> </a:t>
            </a:r>
            <a:r>
              <a:rPr lang="en-IN" altLang="en-US" sz="2000">
                <a:latin typeface="Times New Roman" panose="02020603050405020304" pitchFamily="18" charset="0"/>
              </a:rPr>
              <a:t>Django Media file system </a:t>
            </a:r>
            <a:r>
              <a:rPr lang="en-US" altLang="en-US" sz="2000">
                <a:latin typeface="Times New Roman" panose="02020603050405020304" pitchFamily="18" charset="0"/>
              </a:rPr>
              <a:t>for  data management.</a:t>
            </a:r>
          </a:p>
          <a:p>
            <a:pPr>
              <a:buClr>
                <a:schemeClr val="tx1"/>
              </a:buClr>
              <a:buFont typeface="Arial" panose="020B0604020202020204" pitchFamily="34" charset="0"/>
              <a:buChar char="•"/>
            </a:pPr>
            <a:r>
              <a:rPr lang="en-IN" altLang="en-US" sz="2000" b="1">
                <a:latin typeface="Times New Roman" panose="02020603050405020304" pitchFamily="18" charset="0"/>
              </a:rPr>
              <a:t>ML Layer: </a:t>
            </a:r>
            <a:r>
              <a:rPr lang="en-IN" altLang="en-US" sz="2000">
                <a:latin typeface="Times New Roman" panose="02020603050405020304" pitchFamily="18" charset="0"/>
              </a:rPr>
              <a:t>Coqui TTS, Real-Time Voice Cloning.</a:t>
            </a:r>
            <a:endParaRPr lang="en-GB" altLang="en-US" sz="2000">
              <a:solidFill>
                <a:srgbClr val="000000"/>
              </a:solidFill>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C2DB3F-C386-7013-86F3-B6B0189D2516}"/>
              </a:ext>
            </a:extLst>
          </p:cNvPr>
          <p:cNvSpPr txBox="1"/>
          <p:nvPr/>
        </p:nvSpPr>
        <p:spPr>
          <a:xfrm>
            <a:off x="503808" y="1403573"/>
            <a:ext cx="8280920" cy="2308324"/>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TTS technology is powerful but still hard to use, expensive, and not very personal. Our solution is a simple web app that lets users create natural, customized voices from short audio clips. It is easy to use, supports multiple languages, manages user data, and includes safeguards to prevent misuse—making speech technology more accessible and practical for everyone.</a:t>
            </a:r>
            <a:endParaRPr lang="en-IN"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76A782F-441E-996B-D512-3E02CDD75BE0}"/>
              </a:ext>
            </a:extLst>
          </p:cNvPr>
          <p:cNvSpPr txBox="1"/>
          <p:nvPr/>
        </p:nvSpPr>
        <p:spPr>
          <a:xfrm>
            <a:off x="503808" y="611485"/>
            <a:ext cx="7632848" cy="523220"/>
          </a:xfrm>
          <a:prstGeom prst="rect">
            <a:avLst/>
          </a:prstGeom>
          <a:noFill/>
        </p:spPr>
        <p:txBody>
          <a:bodyPr wrap="square" rtlCol="0">
            <a:spAutoFit/>
          </a:bodyPr>
          <a:lstStyle/>
          <a:p>
            <a:r>
              <a:rPr lang="en-IN" altLang="en-US" sz="2800" b="1">
                <a:solidFill>
                  <a:srgbClr val="000000"/>
                </a:solidFill>
                <a:effectLst>
                  <a:outerShdw blurRad="38100" dist="38100" dir="2700000" algn="tl">
                    <a:srgbClr val="000000">
                      <a:alpha val="43137"/>
                    </a:srgbClr>
                  </a:outerShdw>
                </a:effectLst>
                <a:latin typeface="Times New Roman" panose="02020603050405020304" pitchFamily="16" charset="0"/>
                <a:cs typeface="DejaVu Sans" charset="0"/>
              </a:rPr>
              <a:t>Conclusion</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9254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a:extLst>
            <a:ext uri="{FF2B5EF4-FFF2-40B4-BE49-F238E27FC236}">
              <a16:creationId xmlns:a16="http://schemas.microsoft.com/office/drawing/2014/main" id="{EFF8AC01-C074-583A-727E-369317571C7B}"/>
            </a:ext>
          </a:extLst>
        </p:cNvPr>
        <p:cNvGrpSpPr/>
        <p:nvPr/>
      </p:nvGrpSpPr>
      <p:grpSpPr>
        <a:xfrm>
          <a:off x="0" y="0"/>
          <a:ext cx="0" cy="0"/>
          <a:chOff x="0" y="0"/>
          <a:chExt cx="0" cy="0"/>
        </a:xfrm>
      </p:grpSpPr>
      <p:sp>
        <p:nvSpPr>
          <p:cNvPr id="8194" name="Rectangle 1">
            <a:extLst>
              <a:ext uri="{FF2B5EF4-FFF2-40B4-BE49-F238E27FC236}">
                <a16:creationId xmlns:a16="http://schemas.microsoft.com/office/drawing/2014/main" id="{7D1C19B6-7A44-EE60-9E52-25A6B1BCE0E3}"/>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buSzTx/>
              <a:defRPr/>
            </a:pPr>
            <a:r>
              <a:rPr lang="en-IN" altLang="en-US" sz="3600" b="1" dirty="0">
                <a:solidFill>
                  <a:srgbClr val="000000"/>
                </a:solidFill>
                <a:effectLst>
                  <a:outerShdw blurRad="38100" dist="38100" dir="2700000" algn="tl">
                    <a:srgbClr val="000000">
                      <a:alpha val="43137"/>
                    </a:srgbClr>
                  </a:outerShdw>
                </a:effectLst>
                <a:latin typeface="Times New Roman"/>
                <a:cs typeface="DejaVu Sans" charset="0"/>
              </a:rPr>
              <a:t>References</a:t>
            </a:r>
            <a:endPar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6" charset="0"/>
              <a:cs typeface="DejaVu Sans" charset="0"/>
            </a:endParaRPr>
          </a:p>
        </p:txBody>
      </p:sp>
      <p:sp>
        <p:nvSpPr>
          <p:cNvPr id="16387" name="Content Placeholder 2">
            <a:extLst>
              <a:ext uri="{FF2B5EF4-FFF2-40B4-BE49-F238E27FC236}">
                <a16:creationId xmlns:a16="http://schemas.microsoft.com/office/drawing/2014/main" id="{405E5D43-ACCB-C7CF-835A-A6EF567319DC}"/>
              </a:ext>
            </a:extLst>
          </p:cNvPr>
          <p:cNvSpPr txBox="1">
            <a:spLocks noChangeArrowheads="1"/>
          </p:cNvSpPr>
          <p:nvPr/>
        </p:nvSpPr>
        <p:spPr bwMode="auto">
          <a:xfrm>
            <a:off x="484393" y="1318569"/>
            <a:ext cx="7933426" cy="560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marL="342900" indent="-342900">
              <a:spcBef>
                <a:spcPts val="1100"/>
              </a:spcBef>
              <a:buClr>
                <a:schemeClr val="accent1"/>
              </a:buClr>
              <a:buSzPct val="80000"/>
              <a:buFont typeface="Wingdings 3" panose="05040102010807070707" pitchFamily="18" charset="2"/>
              <a:buChar char=""/>
              <a:defRPr sz="1900">
                <a:solidFill>
                  <a:srgbClr val="404040"/>
                </a:solidFill>
                <a:latin typeface="Trebuchet MS" panose="020B0603020202020204" pitchFamily="34" charset="0"/>
              </a:defRPr>
            </a:lvl1pPr>
            <a:lvl2pPr marL="817563" indent="-314325">
              <a:spcBef>
                <a:spcPts val="1100"/>
              </a:spcBef>
              <a:buClr>
                <a:schemeClr val="accent1"/>
              </a:buClr>
              <a:buSzPct val="80000"/>
              <a:buFont typeface="Wingdings 3" panose="05040102010807070707" pitchFamily="18" charset="2"/>
              <a:buChar char=""/>
              <a:defRPr sz="1700">
                <a:solidFill>
                  <a:srgbClr val="404040"/>
                </a:solidFill>
                <a:latin typeface="Trebuchet MS" panose="020B0603020202020204" pitchFamily="34" charset="0"/>
              </a:defRPr>
            </a:lvl2pPr>
            <a:lvl3pPr marL="1258888" indent="-250825">
              <a:spcBef>
                <a:spcPts val="1100"/>
              </a:spcBef>
              <a:buClr>
                <a:schemeClr val="accent1"/>
              </a:buClr>
              <a:buSzPct val="80000"/>
              <a:buFont typeface="Wingdings 3" panose="05040102010807070707" pitchFamily="18" charset="2"/>
              <a:buChar char=""/>
              <a:defRPr sz="1500">
                <a:solidFill>
                  <a:srgbClr val="404040"/>
                </a:solidFill>
                <a:latin typeface="Trebuchet MS" panose="020B0603020202020204" pitchFamily="34" charset="0"/>
              </a:defRPr>
            </a:lvl3pPr>
            <a:lvl4pPr marL="1763713" indent="-250825">
              <a:spcBef>
                <a:spcPts val="1100"/>
              </a:spcBef>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4pPr>
            <a:lvl5pPr marL="2266950" indent="-250825">
              <a:spcBef>
                <a:spcPts val="1100"/>
              </a:spcBef>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5pPr>
            <a:lvl6pPr marL="2724150" indent="-250825"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6pPr>
            <a:lvl7pPr marL="3181350" indent="-250825"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7pPr>
            <a:lvl8pPr marL="3638550" indent="-250825"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8pPr>
            <a:lvl9pPr marL="4095750" indent="-250825"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9pPr>
          </a:lstStyle>
          <a:p>
            <a:pPr marL="0" indent="0">
              <a:buClr>
                <a:schemeClr val="tx1"/>
              </a:buClr>
              <a:buNone/>
            </a:pPr>
            <a:r>
              <a:rPr lang="en-US" sz="2000" dirty="0">
                <a:solidFill>
                  <a:schemeClr val="tx1"/>
                </a:solidFill>
                <a:latin typeface="Times New Roman"/>
                <a:cs typeface="Times New Roman"/>
              </a:rPr>
              <a:t>[1] Z. Qin, W. Zhao, X. Yu, and X. Sun, “</a:t>
            </a:r>
            <a:r>
              <a:rPr lang="en-US" sz="2000" dirty="0" err="1">
                <a:solidFill>
                  <a:schemeClr val="tx1"/>
                </a:solidFill>
                <a:latin typeface="Times New Roman"/>
                <a:cs typeface="Times New Roman"/>
              </a:rPr>
              <a:t>OpenVoice</a:t>
            </a:r>
            <a:r>
              <a:rPr lang="en-US" sz="2000" dirty="0">
                <a:solidFill>
                  <a:schemeClr val="tx1"/>
                </a:solidFill>
                <a:latin typeface="Times New Roman"/>
                <a:cs typeface="Times New Roman"/>
              </a:rPr>
              <a:t>: Versatile Instant Voice Cloning,” MIT &amp; Tsinghua University, 2024.</a:t>
            </a:r>
            <a:endParaRPr lang="en-US" altLang="en-US" sz="2000">
              <a:solidFill>
                <a:schemeClr val="tx1"/>
              </a:solidFill>
              <a:latin typeface="Times New Roman"/>
              <a:cs typeface="Times New Roman"/>
            </a:endParaRPr>
          </a:p>
          <a:p>
            <a:pPr marL="0" indent="0">
              <a:buClr>
                <a:schemeClr val="tx1"/>
              </a:buClr>
              <a:buNone/>
            </a:pPr>
            <a:r>
              <a:rPr lang="en-US" sz="2000" dirty="0">
                <a:solidFill>
                  <a:schemeClr val="tx1"/>
                </a:solidFill>
                <a:latin typeface="Times New Roman"/>
                <a:cs typeface="Times New Roman"/>
              </a:rPr>
              <a:t>[2] T. Wang, J. Li, et al., “</a:t>
            </a:r>
            <a:r>
              <a:rPr lang="en-US" sz="2000" err="1">
                <a:solidFill>
                  <a:schemeClr val="tx1"/>
                </a:solidFill>
                <a:latin typeface="Times New Roman"/>
                <a:cs typeface="Times New Roman"/>
              </a:rPr>
              <a:t>MiniMax</a:t>
            </a:r>
            <a:r>
              <a:rPr lang="en-US" sz="2000" dirty="0">
                <a:solidFill>
                  <a:schemeClr val="tx1"/>
                </a:solidFill>
                <a:latin typeface="Times New Roman"/>
                <a:cs typeface="Times New Roman"/>
              </a:rPr>
              <a:t>-Speech: Intrinsic Zero-Shot Text-to-Speech with a Learnable Speaker Encoder,” </a:t>
            </a:r>
            <a:r>
              <a:rPr lang="en-US" sz="2000" err="1">
                <a:solidFill>
                  <a:schemeClr val="tx1"/>
                </a:solidFill>
                <a:latin typeface="Times New Roman"/>
                <a:cs typeface="Times New Roman"/>
              </a:rPr>
              <a:t>arXiv</a:t>
            </a:r>
            <a:r>
              <a:rPr lang="en-US" sz="2000" dirty="0">
                <a:solidFill>
                  <a:schemeClr val="tx1"/>
                </a:solidFill>
                <a:latin typeface="Times New Roman"/>
                <a:cs typeface="Times New Roman"/>
              </a:rPr>
              <a:t>, 2025.</a:t>
            </a:r>
          </a:p>
          <a:p>
            <a:pPr marL="0" indent="0">
              <a:buClr>
                <a:schemeClr val="tx1"/>
              </a:buClr>
              <a:buNone/>
            </a:pPr>
            <a:r>
              <a:rPr lang="en-US" sz="2000" dirty="0">
                <a:solidFill>
                  <a:schemeClr val="tx1"/>
                </a:solidFill>
                <a:latin typeface="Times New Roman"/>
                <a:cs typeface="Times New Roman"/>
              </a:rPr>
              <a:t>[3] Y. Li, C. Huang, et al., “F5R-TTS: Improving Flow-Matching Text-to-Speech with Group Relative Policy Optimization,” </a:t>
            </a:r>
            <a:r>
              <a:rPr lang="en-US" sz="2000" err="1">
                <a:solidFill>
                  <a:schemeClr val="tx1"/>
                </a:solidFill>
                <a:latin typeface="Times New Roman"/>
                <a:cs typeface="Times New Roman"/>
              </a:rPr>
              <a:t>arXiv</a:t>
            </a:r>
            <a:r>
              <a:rPr lang="en-US" sz="2000" dirty="0">
                <a:solidFill>
                  <a:schemeClr val="tx1"/>
                </a:solidFill>
                <a:latin typeface="Times New Roman"/>
                <a:cs typeface="Times New Roman"/>
              </a:rPr>
              <a:t>, 2025.</a:t>
            </a:r>
          </a:p>
          <a:p>
            <a:pPr marL="0" indent="0">
              <a:buClr>
                <a:schemeClr val="tx1"/>
              </a:buClr>
              <a:buNone/>
            </a:pPr>
            <a:r>
              <a:rPr lang="en-US" sz="2000" dirty="0">
                <a:solidFill>
                  <a:schemeClr val="tx1"/>
                </a:solidFill>
                <a:latin typeface="Times New Roman"/>
                <a:cs typeface="Times New Roman"/>
              </a:rPr>
              <a:t>[4] P. K. Singh, A. Roy, et al., “Voice Cloning: A Comprehensive Survey,” IEEE Access, 2025.</a:t>
            </a:r>
          </a:p>
          <a:p>
            <a:pPr marL="0" indent="0">
              <a:buClr>
                <a:schemeClr val="tx1"/>
              </a:buClr>
              <a:buNone/>
            </a:pPr>
            <a:r>
              <a:rPr lang="en-US" sz="2000" dirty="0">
                <a:solidFill>
                  <a:schemeClr val="tx1"/>
                </a:solidFill>
                <a:latin typeface="Times New Roman"/>
                <a:cs typeface="Times New Roman"/>
              </a:rPr>
              <a:t>[5] R. Sharma, S. Kumar, and N. Gupta, “Real Time Voice Cloning Using Deep Learning,” International Journal of Computer Science (IJCS), 2023.</a:t>
            </a:r>
          </a:p>
          <a:p>
            <a:pPr marL="0" indent="0">
              <a:buClr>
                <a:schemeClr val="tx1"/>
              </a:buClr>
              <a:buNone/>
            </a:pPr>
            <a:r>
              <a:rPr lang="en-US" sz="2000" dirty="0">
                <a:solidFill>
                  <a:schemeClr val="tx1"/>
                </a:solidFill>
                <a:latin typeface="Times New Roman"/>
                <a:cs typeface="Times New Roman"/>
              </a:rPr>
              <a:t>[6] A. Patel and R. Mehta, “Real Time Voice Cloning,” Journal of Emerging Technologies and Innovative Research (JETIR), 2020.</a:t>
            </a:r>
          </a:p>
          <a:p>
            <a:pPr marL="0" indent="0">
              <a:buClr>
                <a:schemeClr val="tx1"/>
              </a:buClr>
              <a:buNone/>
            </a:pPr>
            <a:endParaRPr lang="en-US"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3547936"/>
      </p:ext>
    </p:extLst>
  </p:cSld>
  <p:clrMapOvr>
    <a:overrideClrMapping bg1="lt1" tx1="dk1" bg2="lt2" tx2="dk2" accent1="accent1" accent2="accent2" accent3="accent3" accent4="accent4" accent5="accent5" accent6="accent6" hlink="hlink" folHlink="folHlink"/>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18434" name="Rectangle 1">
            <a:extLst>
              <a:ext uri="{FF2B5EF4-FFF2-40B4-BE49-F238E27FC236}">
                <a16:creationId xmlns:a16="http://schemas.microsoft.com/office/drawing/2014/main" id="{01F2DD03-F7F0-3283-F1D2-A939BB244C6F}"/>
              </a:ext>
            </a:extLst>
          </p:cNvPr>
          <p:cNvSpPr>
            <a:spLocks noChangeArrowheads="1"/>
          </p:cNvSpPr>
          <p:nvPr/>
        </p:nvSpPr>
        <p:spPr bwMode="auto">
          <a:xfrm>
            <a:off x="647700" y="3057525"/>
            <a:ext cx="9070975" cy="126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31680" rIns="0" bIns="0" anchor="ctr"/>
          <a:lstStyle>
            <a:lvl1pPr>
              <a:spcBef>
                <a:spcPts val="1100"/>
              </a:spcBef>
              <a:buClr>
                <a:schemeClr val="accent1"/>
              </a:buClr>
              <a:buSzPct val="80000"/>
              <a:buFont typeface="Wingdings 3" panose="05040102010807070707" pitchFamily="18"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sz="1900">
                <a:solidFill>
                  <a:srgbClr val="404040"/>
                </a:solidFill>
                <a:latin typeface="Trebuchet MS" panose="020B0603020202020204" pitchFamily="34" charset="0"/>
              </a:defRPr>
            </a:lvl1pPr>
            <a:lvl2pPr marL="817563" indent="-314325">
              <a:spcBef>
                <a:spcPts val="1100"/>
              </a:spcBef>
              <a:buClr>
                <a:schemeClr val="accent1"/>
              </a:buClr>
              <a:buSzPct val="80000"/>
              <a:buFont typeface="Wingdings 3" panose="05040102010807070707" pitchFamily="18"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sz="1700">
                <a:solidFill>
                  <a:srgbClr val="404040"/>
                </a:solidFill>
                <a:latin typeface="Trebuchet MS" panose="020B0603020202020204" pitchFamily="34" charset="0"/>
              </a:defRPr>
            </a:lvl2pPr>
            <a:lvl3pPr marL="1258888" indent="-250825">
              <a:spcBef>
                <a:spcPts val="1100"/>
              </a:spcBef>
              <a:buClr>
                <a:schemeClr val="accent1"/>
              </a:buClr>
              <a:buSzPct val="80000"/>
              <a:buFont typeface="Wingdings 3" panose="05040102010807070707" pitchFamily="18"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sz="1500">
                <a:solidFill>
                  <a:srgbClr val="404040"/>
                </a:solidFill>
                <a:latin typeface="Trebuchet MS" panose="020B0603020202020204" pitchFamily="34" charset="0"/>
              </a:defRPr>
            </a:lvl3pPr>
            <a:lvl4pPr marL="1763713" indent="-250825">
              <a:spcBef>
                <a:spcPts val="1100"/>
              </a:spcBef>
              <a:buClr>
                <a:schemeClr val="accent1"/>
              </a:buClr>
              <a:buSzPct val="80000"/>
              <a:buFont typeface="Wingdings 3" panose="05040102010807070707" pitchFamily="18"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sz="1300">
                <a:solidFill>
                  <a:srgbClr val="404040"/>
                </a:solidFill>
                <a:latin typeface="Trebuchet MS" panose="020B0603020202020204" pitchFamily="34" charset="0"/>
              </a:defRPr>
            </a:lvl4pPr>
            <a:lvl5pPr marL="2266950" indent="-250825">
              <a:spcBef>
                <a:spcPts val="1100"/>
              </a:spcBef>
              <a:buClr>
                <a:schemeClr val="accent1"/>
              </a:buClr>
              <a:buSzPct val="80000"/>
              <a:buFont typeface="Wingdings 3" panose="05040102010807070707" pitchFamily="18"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sz="1300">
                <a:solidFill>
                  <a:srgbClr val="404040"/>
                </a:solidFill>
                <a:latin typeface="Trebuchet MS" panose="020B0603020202020204" pitchFamily="34" charset="0"/>
              </a:defRPr>
            </a:lvl5pPr>
            <a:lvl6pPr marL="2724150" indent="-250825" defTabSz="457200" eaLnBrk="0" fontAlgn="base" hangingPunct="0">
              <a:spcBef>
                <a:spcPts val="1100"/>
              </a:spcBef>
              <a:spcAft>
                <a:spcPct val="0"/>
              </a:spcAft>
              <a:buClr>
                <a:schemeClr val="accent1"/>
              </a:buClr>
              <a:buSzPct val="80000"/>
              <a:buFont typeface="Wingdings 3" panose="05040102010807070707" pitchFamily="18"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sz="1300">
                <a:solidFill>
                  <a:srgbClr val="404040"/>
                </a:solidFill>
                <a:latin typeface="Trebuchet MS" panose="020B0603020202020204" pitchFamily="34" charset="0"/>
              </a:defRPr>
            </a:lvl6pPr>
            <a:lvl7pPr marL="3181350" indent="-250825" defTabSz="457200" eaLnBrk="0" fontAlgn="base" hangingPunct="0">
              <a:spcBef>
                <a:spcPts val="1100"/>
              </a:spcBef>
              <a:spcAft>
                <a:spcPct val="0"/>
              </a:spcAft>
              <a:buClr>
                <a:schemeClr val="accent1"/>
              </a:buClr>
              <a:buSzPct val="80000"/>
              <a:buFont typeface="Wingdings 3" panose="05040102010807070707" pitchFamily="18"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sz="1300">
                <a:solidFill>
                  <a:srgbClr val="404040"/>
                </a:solidFill>
                <a:latin typeface="Trebuchet MS" panose="020B0603020202020204" pitchFamily="34" charset="0"/>
              </a:defRPr>
            </a:lvl7pPr>
            <a:lvl8pPr marL="3638550" indent="-250825" defTabSz="457200" eaLnBrk="0" fontAlgn="base" hangingPunct="0">
              <a:spcBef>
                <a:spcPts val="1100"/>
              </a:spcBef>
              <a:spcAft>
                <a:spcPct val="0"/>
              </a:spcAft>
              <a:buClr>
                <a:schemeClr val="accent1"/>
              </a:buClr>
              <a:buSzPct val="80000"/>
              <a:buFont typeface="Wingdings 3" panose="05040102010807070707" pitchFamily="18"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sz="1300">
                <a:solidFill>
                  <a:srgbClr val="404040"/>
                </a:solidFill>
                <a:latin typeface="Trebuchet MS" panose="020B0603020202020204" pitchFamily="34" charset="0"/>
              </a:defRPr>
            </a:lvl8pPr>
            <a:lvl9pPr marL="4095750" indent="-250825" defTabSz="457200" eaLnBrk="0" fontAlgn="base" hangingPunct="0">
              <a:spcBef>
                <a:spcPts val="1100"/>
              </a:spcBef>
              <a:spcAft>
                <a:spcPct val="0"/>
              </a:spcAft>
              <a:buClr>
                <a:schemeClr val="accent1"/>
              </a:buClr>
              <a:buSzPct val="80000"/>
              <a:buFont typeface="Wingdings 3" panose="05040102010807070707" pitchFamily="18"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sz="1300">
                <a:solidFill>
                  <a:srgbClr val="404040"/>
                </a:solidFill>
                <a:latin typeface="Trebuchet MS" panose="020B0603020202020204" pitchFamily="34" charset="0"/>
              </a:defRPr>
            </a:lvl9pPr>
          </a:lstStyle>
          <a:p>
            <a:pPr algn="ctr" eaLnBrk="1" hangingPunct="1">
              <a:lnSpc>
                <a:spcPct val="93000"/>
              </a:lnSpc>
              <a:spcBef>
                <a:spcPct val="0"/>
              </a:spcBef>
              <a:buClrTx/>
              <a:buSzTx/>
              <a:buFont typeface="Times New Roman" panose="02020603050405020304" pitchFamily="18" charset="0"/>
              <a:buNone/>
            </a:pPr>
            <a:r>
              <a:rPr lang="en-IN" altLang="en-US" sz="3600" b="1">
                <a:solidFill>
                  <a:srgbClr val="000000"/>
                </a:solidFill>
                <a:latin typeface="Times New Roman" panose="02020603050405020304" pitchFamily="18" charset="0"/>
              </a:rPr>
              <a:t>Thank You...!!</a:t>
            </a:r>
            <a:endParaRPr lang="en-IN" altLang="en-US" sz="3600" b="1">
              <a:solidFill>
                <a:srgbClr val="000000"/>
              </a:solidFill>
              <a:latin typeface="Times New Roman" panose="02020603050405020304" pitchFamily="18" charset="0"/>
              <a:ea typeface="DejaVu Sans" charset="0"/>
              <a:cs typeface="DejaVu Sans" charset="0"/>
            </a:endParaRPr>
          </a:p>
        </p:txBody>
      </p:sp>
    </p:spTree>
  </p:cSld>
  <p:clrMapOvr>
    <a:overrideClrMapping bg1="lt1" tx1="dk1" bg2="lt2" tx2="dk2" accent1="accent1" accent2="accent2" accent3="accent3" accent4="accent4" accent5="accent5" accent6="accent6" hlink="hlink" folHlink="folHlink"/>
  </p:clrMapOvr>
  <p:transition spd="med"/>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2C3C43"/>
    </a:dk2>
    <a:lt2>
      <a:srgbClr val="EBEBEB"/>
    </a:lt2>
    <a:accent1>
      <a:srgbClr val="5FCBEF"/>
    </a:accent1>
    <a:accent2>
      <a:srgbClr val="2E83C3"/>
    </a:accent2>
    <a:accent3>
      <a:srgbClr val="FFFFFF"/>
    </a:accent3>
    <a:accent4>
      <a:srgbClr val="000000"/>
    </a:accent4>
    <a:accent5>
      <a:srgbClr val="B6E2F6"/>
    </a:accent5>
    <a:accent6>
      <a:srgbClr val="2976B0"/>
    </a:accent6>
    <a:hlink>
      <a:srgbClr val="3FCDE7"/>
    </a:hlink>
    <a:folHlink>
      <a:srgbClr val="A9D3E1"/>
    </a:folHlink>
  </a:clrScheme>
</a:themeOverride>
</file>

<file path=ppt/theme/themeOverride2.xml><?xml version="1.0" encoding="utf-8"?>
<a:themeOverride xmlns:a="http://schemas.openxmlformats.org/drawingml/2006/main">
  <a:clrScheme name="">
    <a:dk1>
      <a:srgbClr val="000000"/>
    </a:dk1>
    <a:lt1>
      <a:srgbClr val="FFFFFF"/>
    </a:lt1>
    <a:dk2>
      <a:srgbClr val="2C3C43"/>
    </a:dk2>
    <a:lt2>
      <a:srgbClr val="EBEBEB"/>
    </a:lt2>
    <a:accent1>
      <a:srgbClr val="5FCBEF"/>
    </a:accent1>
    <a:accent2>
      <a:srgbClr val="2E83C3"/>
    </a:accent2>
    <a:accent3>
      <a:srgbClr val="FFFFFF"/>
    </a:accent3>
    <a:accent4>
      <a:srgbClr val="000000"/>
    </a:accent4>
    <a:accent5>
      <a:srgbClr val="B6E2F6"/>
    </a:accent5>
    <a:accent6>
      <a:srgbClr val="2976B0"/>
    </a:accent6>
    <a:hlink>
      <a:srgbClr val="3FCDE7"/>
    </a:hlink>
    <a:folHlink>
      <a:srgbClr val="A9D3E1"/>
    </a:folHlink>
  </a:clrScheme>
</a:themeOverride>
</file>

<file path=ppt/theme/themeOverride3.xml><?xml version="1.0" encoding="utf-8"?>
<a:themeOverride xmlns:a="http://schemas.openxmlformats.org/drawingml/2006/main">
  <a:clrScheme name="">
    <a:dk1>
      <a:srgbClr val="000000"/>
    </a:dk1>
    <a:lt1>
      <a:srgbClr val="FFFFFF"/>
    </a:lt1>
    <a:dk2>
      <a:srgbClr val="2C3C43"/>
    </a:dk2>
    <a:lt2>
      <a:srgbClr val="EBEBEB"/>
    </a:lt2>
    <a:accent1>
      <a:srgbClr val="5FCBEF"/>
    </a:accent1>
    <a:accent2>
      <a:srgbClr val="2E83C3"/>
    </a:accent2>
    <a:accent3>
      <a:srgbClr val="FFFFFF"/>
    </a:accent3>
    <a:accent4>
      <a:srgbClr val="000000"/>
    </a:accent4>
    <a:accent5>
      <a:srgbClr val="B6E2F6"/>
    </a:accent5>
    <a:accent6>
      <a:srgbClr val="2976B0"/>
    </a:accent6>
    <a:hlink>
      <a:srgbClr val="3FCDE7"/>
    </a:hlink>
    <a:folHlink>
      <a:srgbClr val="A9D3E1"/>
    </a:folHlink>
  </a:clrScheme>
</a:themeOverride>
</file>

<file path=ppt/theme/themeOverride4.xml><?xml version="1.0" encoding="utf-8"?>
<a:themeOverride xmlns:a="http://schemas.openxmlformats.org/drawingml/2006/main">
  <a:clrScheme name="">
    <a:dk1>
      <a:srgbClr val="000000"/>
    </a:dk1>
    <a:lt1>
      <a:srgbClr val="FFFFFF"/>
    </a:lt1>
    <a:dk2>
      <a:srgbClr val="2C3C43"/>
    </a:dk2>
    <a:lt2>
      <a:srgbClr val="EBEBEB"/>
    </a:lt2>
    <a:accent1>
      <a:srgbClr val="5FCBEF"/>
    </a:accent1>
    <a:accent2>
      <a:srgbClr val="2E83C3"/>
    </a:accent2>
    <a:accent3>
      <a:srgbClr val="FFFFFF"/>
    </a:accent3>
    <a:accent4>
      <a:srgbClr val="000000"/>
    </a:accent4>
    <a:accent5>
      <a:srgbClr val="B6E2F6"/>
    </a:accent5>
    <a:accent6>
      <a:srgbClr val="2976B0"/>
    </a:accent6>
    <a:hlink>
      <a:srgbClr val="3FCDE7"/>
    </a:hlink>
    <a:folHlink>
      <a:srgbClr val="A9D3E1"/>
    </a:folHlink>
  </a:clrScheme>
</a:themeOverride>
</file>

<file path=ppt/theme/themeOverride5.xml><?xml version="1.0" encoding="utf-8"?>
<a:themeOverride xmlns:a="http://schemas.openxmlformats.org/drawingml/2006/main">
  <a:clrScheme name="">
    <a:dk1>
      <a:srgbClr val="000000"/>
    </a:dk1>
    <a:lt1>
      <a:srgbClr val="FFFFFF"/>
    </a:lt1>
    <a:dk2>
      <a:srgbClr val="2C3C43"/>
    </a:dk2>
    <a:lt2>
      <a:srgbClr val="EBEBEB"/>
    </a:lt2>
    <a:accent1>
      <a:srgbClr val="5FCBEF"/>
    </a:accent1>
    <a:accent2>
      <a:srgbClr val="2E83C3"/>
    </a:accent2>
    <a:accent3>
      <a:srgbClr val="FFFFFF"/>
    </a:accent3>
    <a:accent4>
      <a:srgbClr val="000000"/>
    </a:accent4>
    <a:accent5>
      <a:srgbClr val="B6E2F6"/>
    </a:accent5>
    <a:accent6>
      <a:srgbClr val="2976B0"/>
    </a:accent6>
    <a:hlink>
      <a:srgbClr val="3FCDE7"/>
    </a:hlink>
    <a:folHlink>
      <a:srgbClr val="A9D3E1"/>
    </a:folHlink>
  </a:clrScheme>
</a:themeOverride>
</file>

<file path=docProps/app.xml><?xml version="1.0" encoding="utf-8"?>
<Properties xmlns="http://schemas.openxmlformats.org/officeDocument/2006/extended-properties" xmlns:vt="http://schemas.openxmlformats.org/officeDocument/2006/docPropsVTypes">
  <Template>Facet</Template>
  <TotalTime>122</TotalTime>
  <Words>1108</Words>
  <Application>Microsoft Office PowerPoint</Application>
  <PresentationFormat>Custom</PresentationFormat>
  <Paragraphs>137</Paragraphs>
  <Slides>19</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Times New Roman</vt:lpstr>
      <vt:lpstr>Trebuchet MS</vt:lpstr>
      <vt:lpstr>Wingdings</vt:lpstr>
      <vt:lpstr>Wingdings 3</vt:lpstr>
      <vt:lpstr>Facet</vt:lpstr>
      <vt:lpstr>PowerPoint Presentation</vt:lpstr>
      <vt:lpstr>Outline</vt:lpstr>
      <vt:lpstr>PowerPoint Presentation</vt:lpstr>
      <vt:lpstr>PowerPoint Presentation</vt:lpstr>
      <vt:lpstr>Sustainable Development Goal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 b</dc:creator>
  <cp:lastModifiedBy>gundarivignesh1@gmail.com</cp:lastModifiedBy>
  <cp:revision>186</cp:revision>
  <dcterms:created xsi:type="dcterms:W3CDTF">2017-10-25T08:22:14Z</dcterms:created>
  <dcterms:modified xsi:type="dcterms:W3CDTF">2025-10-10T03:42:26Z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HiddenSlides">
    <vt:r8>0</vt:r8>
  </property>
  <property fmtid="{D5CDD505-2E9C-101B-9397-08002B2CF9AE}" pid="4" name="HyperlinksChanged">
    <vt:bool>false</vt:bool>
  </property>
  <property fmtid="{D5CDD505-2E9C-101B-9397-08002B2CF9AE}" pid="5" name="LinksUpToDate">
    <vt:bool>false</vt:bool>
  </property>
  <property fmtid="{D5CDD505-2E9C-101B-9397-08002B2CF9AE}" pid="6" name="MMClips">
    <vt:r8>0</vt:r8>
  </property>
  <property fmtid="{D5CDD505-2E9C-101B-9397-08002B2CF9AE}" pid="7" name="Notes">
    <vt:r8>0</vt:r8>
  </property>
  <property fmtid="{D5CDD505-2E9C-101B-9397-08002B2CF9AE}" pid="8" name="PresentationFormat">
    <vt:lpwstr>Custom</vt:lpwstr>
  </property>
  <property fmtid="{D5CDD505-2E9C-101B-9397-08002B2CF9AE}" pid="9" name="ScaleCrop">
    <vt:bool>false</vt:bool>
  </property>
  <property fmtid="{D5CDD505-2E9C-101B-9397-08002B2CF9AE}" pid="10" name="ShareDoc">
    <vt:bool>false</vt:bool>
  </property>
  <property fmtid="{D5CDD505-2E9C-101B-9397-08002B2CF9AE}" pid="11" name="Slides">
    <vt:r8>6</vt:r8>
  </property>
  <property fmtid="{D5CDD505-2E9C-101B-9397-08002B2CF9AE}" pid="12" name="ICV">
    <vt:lpwstr>C32C0032651D4A9C97824A66A2CDEFAC_12</vt:lpwstr>
  </property>
  <property fmtid="{D5CDD505-2E9C-101B-9397-08002B2CF9AE}" pid="13" name="KSOProductBuildVer">
    <vt:lpwstr>1033-12.2.0.21931</vt:lpwstr>
  </property>
</Properties>
</file>